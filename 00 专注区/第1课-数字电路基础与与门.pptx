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数字电路基础 + 与门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第 1 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C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9144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C3E50"/>
                </a:solidFill>
              </a:defRPr>
            </a:pPr>
            <a:r>
              <a:t>生活中哪些情况是</a:t>
            </a:r>
          </a:p>
          <a:p>
            <a:r>
              <a:t>"同时满足"才能发生的？</a:t>
            </a:r>
          </a:p>
          <a:p/>
          <a:p>
            <a:r>
              <a:t>请举 2-3 个例子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一、数字电路基础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电子线路中的电信号有两大类：模拟信号 和 数字信号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1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模拟信号：在数值上和时间上都是连续变化的信号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数字信号：在数值上和时间上不连续变化的信号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模拟电路：处理模拟信号的电路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数字电路：处理数字信号的电路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二、逻辑状态的表示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用数字符号 0 和 1 表示相互对立的逻辑状态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286000"/>
            <a:ext cx="2286000" cy="1371600"/>
          </a:xfrm>
          <a:prstGeom prst="rect">
            <a:avLst/>
          </a:prstGeom>
          <a:solidFill>
            <a:srgbClr val="E8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逻辑 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286000"/>
            <a:ext cx="2286000" cy="1371600"/>
          </a:xfrm>
          <a:prstGeom prst="rect">
            <a:avLst/>
          </a:prstGeom>
          <a:solidFill>
            <a:srgbClr val="E8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逻辑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C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9144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C3E50"/>
                </a:solidFill>
              </a:defRPr>
            </a:pPr>
            <a:r>
              <a:t>如果用 0 和 1 表示开关的状态</a:t>
            </a:r>
          </a:p>
          <a:p>
            <a:r>
              <a:t>开关打开用什么表示？</a:t>
            </a:r>
          </a:p>
          <a:p>
            <a:r>
              <a:t>关闭呢？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三、高低电平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用高电平、低电平来描述电位的高低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1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重要：高低电平不是固定值，而是电平变化范围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标准高电平 VSH —— 高电平的下限值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标准低电平 VSL —— 低电平的上限值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应用时：高电平 ≥ VSH，低电平 ≤ VSL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833"/>
                </a:solidFill>
              </a:defRPr>
            </a:pPr>
            <a:r>
              <a:t>练习 0.1：判断题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57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74C3C"/>
                </a:solidFill>
              </a:defRPr>
            </a:pPr>
            <a:r>
              <a:t>⏱ 答题时间：2 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1. 高电平一定是 5V。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2. 低电平一定小于或等于 VSL。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3. 高电平和低电平是固定值。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833"/>
                </a:solidFill>
              </a:defRPr>
            </a:pPr>
            <a:r>
              <a:t>练习 0.1：答案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74C3C"/>
                </a:solidFill>
              </a:defRPr>
            </a:pPr>
            <a:r>
              <a:t>1. 高电平一定是 5V。 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F8C8D"/>
                </a:solidFill>
              </a:defRPr>
            </a:pPr>
            <a:r>
              <a:t>   高电平是范围，不是固定值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2. 低电平一定小于或等于 VSL。 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F8C8D"/>
                </a:solidFill>
              </a:defRPr>
            </a:pPr>
            <a:r>
              <a:t>   正确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74C3C"/>
                </a:solidFill>
              </a:defRPr>
            </a:pPr>
            <a:r>
              <a:t>3. 高电平和低电平是固定值。 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F8C8D"/>
                </a:solidFill>
              </a:defRPr>
            </a:pPr>
            <a:r>
              <a:t>   是范围，不是固定值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四、正逻辑和负逻辑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3200400" cy="1828800"/>
          </a:xfrm>
          <a:prstGeom prst="rect">
            <a:avLst/>
          </a:prstGeom>
          <a:solidFill>
            <a:srgbClr val="E8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3498DB"/>
                </a:solidFill>
              </a:defRPr>
            </a:pPr>
            <a:r>
              <a:t>正逻辑</a:t>
            </a:r>
          </a:p>
          <a:p>
            <a:pPr algn="ctr">
              <a:defRPr sz="2000"/>
            </a:pPr>
          </a:p>
          <a:p>
            <a:pPr algn="ctr">
              <a:defRPr sz="2000"/>
            </a:pPr>
            <a:r>
              <a:t>1 = 高电平</a:t>
            </a:r>
          </a:p>
          <a:p>
            <a:pPr algn="ctr">
              <a:defRPr sz="2000"/>
            </a:pPr>
            <a:r>
              <a:t>0 = 低电平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3200400" cy="1828800"/>
          </a:xfrm>
          <a:prstGeom prst="rect">
            <a:avLst/>
          </a:prstGeom>
          <a:solidFill>
            <a:srgbClr val="FCF3C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39C12"/>
                </a:solidFill>
              </a:defRPr>
            </a:pPr>
            <a:r>
              <a:t>负逻辑</a:t>
            </a:r>
          </a:p>
          <a:p>
            <a:pPr algn="ctr">
              <a:defRPr sz="2000"/>
            </a:pPr>
          </a:p>
          <a:p>
            <a:pPr algn="ctr">
              <a:defRPr sz="2000"/>
            </a:pPr>
            <a:r>
              <a:t>1 = 低电平</a:t>
            </a:r>
          </a:p>
          <a:p>
            <a:pPr algn="ctr">
              <a:defRPr sz="2000"/>
            </a:pPr>
            <a:r>
              <a:t>0 = 高电平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74C3C"/>
                </a:solidFill>
              </a:defRPr>
            </a:pPr>
            <a:r>
              <a:t>本课程默认使用正逻辑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833"/>
                </a:solidFill>
              </a:defRPr>
            </a:pPr>
            <a:r>
              <a:t>练习 0.2：填空题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57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74C3C"/>
                </a:solidFill>
              </a:defRPr>
            </a:pPr>
            <a:r>
              <a:t>⏱ 答题时间：2 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1. 正逻辑规定：用 ___ 表示高电平，用 ___ 表示低电平。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2. 负逻辑规定：用 ___ 表示低电平，用 ___ 表示高电平。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833"/>
                </a:solidFill>
              </a:defRPr>
            </a:pPr>
            <a:r>
              <a:t>练习 0.2：答案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1. 正逻辑规定：用 1 表示高电平，用 0 表示低电平。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2. 负逻辑规定：用 1 表示低电平，用 0 表示高电平。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C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9144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C3E50"/>
                </a:solidFill>
              </a:defRPr>
            </a:pPr>
            <a:r>
              <a:t>"两个开关都打开，灯才亮"</a:t>
            </a:r>
          </a:p>
          <a:p/>
          <a:p>
            <a:r>
              <a:t>这是什么逻辑关系？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五、与门（AND Gate）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1. 与逻辑关系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1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   当决定一件事情的几个条件全部具备后，这件事情才能发生。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2. 逻辑符号：&amp;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3. 逻辑函数式：Y = A · B  或  Y = AB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与门真值表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0" y="137160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24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4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4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24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4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2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4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4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2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27AE6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498DB"/>
                </a:solidFill>
              </a:defRPr>
            </a:pPr>
            <a:r>
              <a:t>逻辑函数式：Y = A · B  或  Y = 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</a:defRPr>
            </a:pPr>
            <a:r>
              <a:t>口诀：全 1 出 1，有 0 出 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C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9144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C3E50"/>
                </a:solidFill>
              </a:defRPr>
            </a:pPr>
            <a:r>
              <a:t>如果 A=1, B=0</a:t>
            </a:r>
          </a:p>
          <a:p/>
          <a:p>
            <a:r>
              <a:t>与门的输出 Y 是多少？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