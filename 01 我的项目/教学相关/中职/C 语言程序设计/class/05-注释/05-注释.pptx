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8"/>
  </p:notesMasterIdLst>
  <p:handoutMasterIdLst>
    <p:handoutMasterId r:id="rId17"/>
  </p:handoutMasterIdLst>
  <p:sldIdLst>
    <p:sldId id="3705" r:id="rId3"/>
    <p:sldId id="3706" r:id="rId4"/>
    <p:sldId id="3756" r:id="rId5"/>
    <p:sldId id="3701" r:id="rId6"/>
    <p:sldId id="3646" r:id="rId7"/>
    <p:sldId id="3708" r:id="rId9"/>
    <p:sldId id="3759" r:id="rId10"/>
    <p:sldId id="3755" r:id="rId11"/>
    <p:sldId id="3758" r:id="rId12"/>
    <p:sldId id="3751" r:id="rId13"/>
    <p:sldId id="3712" r:id="rId14"/>
    <p:sldId id="3700" r:id="rId15"/>
    <p:sldId id="3702" r:id="rId16"/>
  </p:sldIdLst>
  <p:sldSz cx="12858750" cy="7232650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C000"/>
    <a:srgbClr val="FFFFFF"/>
    <a:srgbClr val="FFBF00"/>
    <a:srgbClr val="066197"/>
    <a:srgbClr val="0C6AC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1" d="100"/>
          <a:sy n="91" d="100"/>
        </p:scale>
        <p:origin x="518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注释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91" y="1610412"/>
            <a:ext cx="6230726" cy="3294713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>
            <a:off x="7581503" y="2968253"/>
            <a:ext cx="1008112" cy="576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670047" y="2785328"/>
            <a:ext cx="36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</a:rPr>
              <a:t>执行分析</a:t>
            </a:r>
            <a:endParaRPr lang="zh-CN" alt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79" y="2122737"/>
            <a:ext cx="8353425" cy="3143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911" y="460372"/>
            <a:ext cx="8172450" cy="613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43" y="761745"/>
            <a:ext cx="6605487" cy="5915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275072"/>
            <a:ext cx="3845587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注释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注释使用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什么是注释？</a:t>
            </a:r>
            <a:endParaRPr lang="zh-CN" altLang="zh-CN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280803" y="1705999"/>
            <a:ext cx="10297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4000" dirty="0"/>
              <a:t>注释是在程序指定位置添加的说明性信息</a:t>
            </a:r>
            <a:endParaRPr lang="en-US" altLang="zh-CN" sz="4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4000" dirty="0"/>
              <a:t>简单理解，就是对代码的一种解释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注释分类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94" y="1665896"/>
            <a:ext cx="10654162" cy="4851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注释的使用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35" y="1782762"/>
            <a:ext cx="6924675" cy="36671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934" y="1462626"/>
            <a:ext cx="6924675" cy="48863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51" y="1374368"/>
            <a:ext cx="7056784" cy="521343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67" y="1442615"/>
            <a:ext cx="11350195" cy="5153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注释的使用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40" y="1398321"/>
            <a:ext cx="5598713" cy="50941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359" y="4120181"/>
            <a:ext cx="1683434" cy="19579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快捷键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2108895" y="2047339"/>
            <a:ext cx="72974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Ctrl + /                      </a:t>
            </a:r>
            <a:r>
              <a:rPr lang="zh-CN" altLang="en-US" sz="4400" b="1" dirty="0">
                <a:solidFill>
                  <a:srgbClr val="1542FF"/>
                </a:solidFill>
              </a:rPr>
              <a:t>单行注释</a:t>
            </a:r>
            <a:endParaRPr lang="en-US" altLang="zh-CN" sz="4400" b="1" dirty="0">
              <a:solidFill>
                <a:srgbClr val="1542FF"/>
              </a:solidFill>
            </a:endParaRPr>
          </a:p>
          <a:p>
            <a:r>
              <a:rPr lang="en-US" altLang="zh-CN" sz="4400" dirty="0"/>
              <a:t>Ctrl + ;</a:t>
            </a:r>
            <a:r>
              <a:rPr lang="zh-CN" altLang="en-US" sz="4400" dirty="0"/>
              <a:t>                       </a:t>
            </a:r>
            <a:r>
              <a:rPr lang="zh-CN" altLang="en-US" sz="4400" b="1" dirty="0">
                <a:solidFill>
                  <a:srgbClr val="FF0000"/>
                </a:solidFill>
              </a:rPr>
              <a:t>多行注释   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32831" y="4048373"/>
            <a:ext cx="98650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⚠️：注释的内容是不参与运行的。</a:t>
            </a:r>
            <a:endParaRPr lang="en-US" altLang="zh-CN" sz="4400" dirty="0"/>
          </a:p>
          <a:p>
            <a:r>
              <a:rPr lang="zh-CN" altLang="en-US" sz="4400" dirty="0">
                <a:solidFill>
                  <a:srgbClr val="1542FF"/>
                </a:solidFill>
              </a:rPr>
              <a:t>⚠️：不允许注释嵌套。</a:t>
            </a:r>
            <a:endParaRPr lang="zh-CN" altLang="en-US" sz="4400" dirty="0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81103" y="1841106"/>
            <a:ext cx="3845587" cy="342948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注释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注释使用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快捷键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注意点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72991" y="2824237"/>
            <a:ext cx="64807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自己课后把</a:t>
            </a:r>
            <a:r>
              <a:rPr lang="en-US" altLang="zh-CN" sz="4400" dirty="0"/>
              <a:t>HelloWorld</a:t>
            </a:r>
            <a:endParaRPr lang="en-US" altLang="zh-CN" sz="4400" dirty="0"/>
          </a:p>
          <a:p>
            <a:r>
              <a:rPr lang="zh-CN" altLang="en-US" sz="4400" dirty="0"/>
              <a:t>注释一下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53232" y="2655456"/>
            <a:ext cx="80648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注释的内容是否参数代码运行。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731</Words>
  <Application>WPS 演示</Application>
  <PresentationFormat>自定义</PresentationFormat>
  <Paragraphs>90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655</cp:revision>
  <dcterms:created xsi:type="dcterms:W3CDTF">2024-04-10T13:53:00Z</dcterms:created>
  <dcterms:modified xsi:type="dcterms:W3CDTF">2025-09-01T08:57:54Z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