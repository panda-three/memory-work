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18"/>
  </p:handoutMasterIdLst>
  <p:sldIdLst>
    <p:sldId id="3705" r:id="rId3"/>
    <p:sldId id="3706" r:id="rId4"/>
    <p:sldId id="3756" r:id="rId5"/>
    <p:sldId id="3646" r:id="rId6"/>
    <p:sldId id="3708" r:id="rId8"/>
    <p:sldId id="3787" r:id="rId9"/>
    <p:sldId id="3794" r:id="rId10"/>
    <p:sldId id="3788" r:id="rId11"/>
    <p:sldId id="3795" r:id="rId12"/>
    <p:sldId id="3796" r:id="rId13"/>
    <p:sldId id="3712" r:id="rId14"/>
    <p:sldId id="3797" r:id="rId15"/>
    <p:sldId id="3793" r:id="rId16"/>
    <p:sldId id="3702" r:id="rId17"/>
  </p:sldIdLst>
  <p:sldSz cx="12858750" cy="7232650"/>
  <p:notesSz cx="6858000" cy="9144000"/>
  <p:custDataLst>
    <p:tags r:id="rId2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F4436"/>
    <a:srgbClr val="FFBF00"/>
    <a:srgbClr val="1542FF"/>
    <a:srgbClr val="FFFFFF"/>
    <a:srgbClr val="0C6AC7"/>
    <a:srgbClr val="FFC000"/>
    <a:srgbClr val="066197"/>
    <a:srgbClr val="262626"/>
    <a:srgbClr val="0767A3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88" d="100"/>
          <a:sy n="88" d="100"/>
        </p:scale>
        <p:origin x="653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1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循环高级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756967" y="2248173"/>
            <a:ext cx="7344816" cy="1728192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1500" dirty="0"/>
              <a:t>while</a:t>
            </a:r>
            <a:r>
              <a:rPr lang="zh-CN" altLang="en-US" sz="11500" dirty="0"/>
              <a:t>循环</a:t>
            </a:r>
            <a:endParaRPr lang="en-US" altLang="zh-CN" sz="1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76847" y="1384077"/>
            <a:ext cx="921702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/>
              <a:t>循环有无限循环吗</a:t>
            </a:r>
            <a:endParaRPr lang="en-US" altLang="zh-CN" sz="8800" dirty="0"/>
          </a:p>
          <a:p>
            <a:r>
              <a:rPr lang="zh-CN" altLang="en-US" sz="8800" dirty="0"/>
              <a:t>循环能跳出吗</a:t>
            </a:r>
            <a:endParaRPr lang="zh-CN" altLang="en-US" sz="8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837087" y="1501964"/>
            <a:ext cx="6120680" cy="37226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无限循环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4800" dirty="0">
                <a:solidFill>
                  <a:schemeClr val="tx1"/>
                </a:solidFill>
              </a:rPr>
              <a:t>Break</a:t>
            </a:r>
            <a:endParaRPr lang="en-US" altLang="zh-CN" sz="48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4800" dirty="0">
                <a:solidFill>
                  <a:schemeClr val="tx1"/>
                </a:solidFill>
              </a:rPr>
              <a:t>continue</a:t>
            </a:r>
            <a:endParaRPr lang="en-US" altLang="zh-CN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无限循环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783" y="1438176"/>
            <a:ext cx="10389815" cy="51912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break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06" y="1703059"/>
            <a:ext cx="7378183" cy="256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break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481" y="3002963"/>
            <a:ext cx="5229225" cy="31051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44799" y="1600101"/>
            <a:ext cx="10873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不能单独书写，只能写在</a:t>
            </a:r>
            <a:r>
              <a:rPr lang="en-US" altLang="zh-CN" sz="3600" b="1" dirty="0"/>
              <a:t>switch</a:t>
            </a:r>
            <a:r>
              <a:rPr lang="zh-CN" altLang="en-US" sz="3600" b="1" dirty="0"/>
              <a:t>，或者是循环中，</a:t>
            </a:r>
            <a:endParaRPr lang="en-US" altLang="zh-CN" sz="3600" b="1" dirty="0"/>
          </a:p>
          <a:p>
            <a:r>
              <a:rPr lang="zh-CN" altLang="en-US" sz="3600" b="1" dirty="0"/>
              <a:t>表示结束，或者跳出的意思。</a:t>
            </a:r>
            <a:endParaRPr lang="zh-CN" altLang="en-US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break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56767" y="1816125"/>
            <a:ext cx="103691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找到符合要求的数字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zh-CN" altLang="en-US" sz="3600" dirty="0"/>
              <a:t>在</a:t>
            </a:r>
            <a:r>
              <a:rPr lang="en-US" altLang="zh-CN" sz="3600" dirty="0"/>
              <a:t>1~100</a:t>
            </a:r>
            <a:r>
              <a:rPr lang="zh-CN" altLang="en-US" sz="3600" dirty="0"/>
              <a:t>之间，找</a:t>
            </a:r>
            <a:r>
              <a:rPr lang="zh-CN" altLang="en-US" sz="3600" b="1" dirty="0">
                <a:solidFill>
                  <a:srgbClr val="FF0000"/>
                </a:solidFill>
              </a:rPr>
              <a:t>第一个</a:t>
            </a:r>
            <a:r>
              <a:rPr lang="zh-CN" altLang="en-US" sz="3600" dirty="0"/>
              <a:t>既能被</a:t>
            </a:r>
            <a:r>
              <a:rPr lang="en-US" altLang="zh-CN" sz="3600" dirty="0"/>
              <a:t>3</a:t>
            </a:r>
            <a:r>
              <a:rPr lang="zh-CN" altLang="en-US" sz="3600" dirty="0"/>
              <a:t>，又能被</a:t>
            </a:r>
            <a:r>
              <a:rPr lang="en-US" altLang="zh-CN" sz="3600" dirty="0"/>
              <a:t>5</a:t>
            </a:r>
            <a:r>
              <a:rPr lang="zh-CN" altLang="en-US" sz="3600" dirty="0"/>
              <a:t>整除的数字。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continue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56767" y="1816125"/>
            <a:ext cx="11305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只能写在循环当中，表示结束</a:t>
            </a:r>
            <a:r>
              <a:rPr lang="zh-CN" altLang="en-US" sz="3600" b="1" dirty="0">
                <a:solidFill>
                  <a:srgbClr val="FF0000"/>
                </a:solidFill>
              </a:rPr>
              <a:t>本次</a:t>
            </a:r>
            <a:r>
              <a:rPr lang="zh-CN" altLang="en-US" sz="3600" b="1" dirty="0"/>
              <a:t>循环，继续下次循环。</a:t>
            </a:r>
            <a:endParaRPr lang="en-US" altLang="zh-CN" sz="36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767" y="2492481"/>
            <a:ext cx="10712193" cy="36291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continue-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28775" y="1683631"/>
            <a:ext cx="1036915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1.</a:t>
            </a:r>
            <a:r>
              <a:rPr lang="zh-CN" altLang="en-US" sz="3600" dirty="0"/>
              <a:t>输出</a:t>
            </a:r>
            <a:r>
              <a:rPr lang="en-US" altLang="zh-CN" sz="3600" dirty="0"/>
              <a:t>1-20</a:t>
            </a:r>
            <a:r>
              <a:rPr lang="zh-CN" altLang="en-US" sz="3600" dirty="0"/>
              <a:t>的所有数字，但跳过</a:t>
            </a:r>
            <a:r>
              <a:rPr lang="en-US" altLang="zh-CN" sz="3600" dirty="0"/>
              <a:t>3</a:t>
            </a:r>
            <a:r>
              <a:rPr lang="zh-CN" altLang="en-US" sz="3600" dirty="0"/>
              <a:t>的倍数。</a:t>
            </a:r>
            <a:endParaRPr lang="zh-CN" altLang="en-US" sz="3600" dirty="0"/>
          </a:p>
          <a:p>
            <a:r>
              <a:rPr lang="en-US" altLang="zh-CN" sz="3600" dirty="0"/>
              <a:t>2.</a:t>
            </a:r>
            <a:r>
              <a:rPr lang="zh-CN" altLang="en-US" sz="3600" dirty="0"/>
              <a:t>输出</a:t>
            </a:r>
            <a:r>
              <a:rPr lang="en-US" altLang="zh-CN" sz="3600" dirty="0"/>
              <a:t>1-50</a:t>
            </a:r>
            <a:r>
              <a:rPr lang="zh-CN" altLang="en-US" sz="3600" dirty="0"/>
              <a:t>中所有的数，但跳过个位是</a:t>
            </a:r>
            <a:r>
              <a:rPr lang="en-US" altLang="zh-CN" sz="3600" dirty="0"/>
              <a:t>4</a:t>
            </a:r>
            <a:r>
              <a:rPr lang="zh-CN" altLang="en-US" sz="3600" dirty="0"/>
              <a:t>的数字。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3837087" y="1501964"/>
            <a:ext cx="6120680" cy="37226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无限循环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4800" dirty="0">
                <a:solidFill>
                  <a:schemeClr val="tx1"/>
                </a:solidFill>
              </a:rPr>
              <a:t>Break</a:t>
            </a:r>
            <a:endParaRPr lang="en-US" altLang="zh-CN" sz="48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4800" dirty="0">
                <a:solidFill>
                  <a:schemeClr val="tx1"/>
                </a:solidFill>
              </a:rPr>
              <a:t>continue</a:t>
            </a:r>
            <a:endParaRPr lang="en-US" altLang="zh-CN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、进阶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72285" y="1702681"/>
            <a:ext cx="1036915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1.</a:t>
            </a:r>
            <a:r>
              <a:rPr lang="zh-CN" altLang="en-US" sz="3600" dirty="0"/>
              <a:t>输入一个数，判断该数是否为素</a:t>
            </a:r>
            <a:r>
              <a:rPr lang="en-US" altLang="zh-CN" sz="3600" dirty="0"/>
              <a:t>(</a:t>
            </a:r>
            <a:r>
              <a:rPr lang="zh-CN" altLang="en-US" sz="3600" dirty="0"/>
              <a:t>质</a:t>
            </a:r>
            <a:r>
              <a:rPr lang="en-US" altLang="zh-CN" sz="3600" dirty="0"/>
              <a:t>)</a:t>
            </a:r>
            <a:r>
              <a:rPr lang="zh-CN" altLang="en-US" sz="3600" dirty="0"/>
              <a:t>数，只能被</a:t>
            </a:r>
            <a:r>
              <a:rPr lang="en-US" altLang="zh-CN" sz="3600" dirty="0"/>
              <a:t>1</a:t>
            </a:r>
            <a:r>
              <a:rPr lang="zh-CN" altLang="en-US" sz="3600" dirty="0"/>
              <a:t>和自己本身整除的</a:t>
            </a:r>
            <a:r>
              <a:rPr lang="zh-CN" altLang="en-US" sz="3600" dirty="0"/>
              <a:t>数！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44799" y="852572"/>
            <a:ext cx="11017224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综合练习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endParaRPr lang="zh-CN" altLang="en-US" sz="3600" dirty="0"/>
          </a:p>
          <a:p>
            <a:r>
              <a:rPr lang="en-US" altLang="zh-CN" sz="3600" dirty="0"/>
              <a:t>1.</a:t>
            </a:r>
            <a:r>
              <a:rPr lang="zh-CN" altLang="en-US" sz="3600" dirty="0"/>
              <a:t>题目：持续输入正整数并累加，输入</a:t>
            </a:r>
            <a:r>
              <a:rPr lang="en-US" altLang="zh-CN" sz="3600" dirty="0"/>
              <a:t>0</a:t>
            </a:r>
            <a:r>
              <a:rPr lang="zh-CN" altLang="en-US" sz="3600" dirty="0"/>
              <a:t>结束，输入负数跳过不计。</a:t>
            </a:r>
            <a:endParaRPr lang="zh-CN" altLang="en-US" sz="3600" dirty="0"/>
          </a:p>
          <a:p>
            <a:endParaRPr lang="zh-CN" altLang="en-US" sz="3600" dirty="0"/>
          </a:p>
          <a:p>
            <a:r>
              <a:rPr lang="en-US" altLang="zh-CN" sz="3600" dirty="0"/>
              <a:t>2.</a:t>
            </a:r>
            <a:r>
              <a:rPr lang="zh-CN" altLang="en-US" sz="3600" dirty="0"/>
              <a:t>实现一个简单菜单，输入</a:t>
            </a:r>
            <a:r>
              <a:rPr lang="en-US" altLang="zh-CN" sz="3600" dirty="0"/>
              <a:t>1-3</a:t>
            </a:r>
            <a:r>
              <a:rPr lang="zh-CN" altLang="en-US" sz="3600" dirty="0"/>
              <a:t>执行对应功能，输入</a:t>
            </a:r>
            <a:r>
              <a:rPr lang="en-US" altLang="zh-CN" sz="3600" dirty="0"/>
              <a:t>0</a:t>
            </a:r>
            <a:r>
              <a:rPr lang="zh-CN" altLang="en-US" sz="3600" dirty="0"/>
              <a:t>退出，其他输入跳过。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06281" y="1960141"/>
            <a:ext cx="92461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/>
              <a:t>break</a:t>
            </a:r>
            <a:r>
              <a:rPr lang="zh-CN" altLang="en-US" sz="6600" dirty="0"/>
              <a:t>和</a:t>
            </a:r>
            <a:r>
              <a:rPr lang="en-US" altLang="zh-CN" sz="6600" dirty="0"/>
              <a:t>continue</a:t>
            </a:r>
            <a:r>
              <a:rPr lang="zh-CN" altLang="en-US" sz="6600" dirty="0"/>
              <a:t>的区别：</a:t>
            </a:r>
            <a:endParaRPr lang="zh-CN" altLang="en-US" sz="6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938</Words>
  <Application>WPS 演示</Application>
  <PresentationFormat>自定义</PresentationFormat>
  <Paragraphs>107</Paragraphs>
  <Slides>14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2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B</vt:lpstr>
      <vt:lpstr>阿里巴巴普惠体</vt:lpstr>
      <vt:lpstr>Alibaba PuHuiTi R</vt:lpstr>
      <vt:lpstr>Arial Unicode MS</vt:lpstr>
      <vt:lpstr>汉仪雅酷黑简</vt:lpstr>
      <vt:lpstr>汉仪君黑-45简</vt:lpstr>
      <vt:lpstr>The best part</vt:lpstr>
      <vt:lpstr>方正仿宋_GB2312</vt:lpstr>
      <vt:lpstr>Radam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663</cp:revision>
  <dcterms:created xsi:type="dcterms:W3CDTF">2024-04-10T13:53:00Z</dcterms:created>
  <dcterms:modified xsi:type="dcterms:W3CDTF">2025-10-21T05:38:49Z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FCA88555D3D44735BAA1F56722F3B997</vt:lpwstr>
  </property>
</Properties>
</file>