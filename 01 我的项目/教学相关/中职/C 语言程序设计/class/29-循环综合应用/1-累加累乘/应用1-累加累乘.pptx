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705" r:id="rId3"/>
    <p:sldId id="3707" r:id="rId4"/>
    <p:sldId id="3702" r:id="rId5"/>
    <p:sldId id="3706" r:id="rId6"/>
  </p:sldIdLst>
  <p:sldSz cx="12858750" cy="723265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8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基础</a:t>
            </a:r>
            <a:r>
              <a:rPr kumimoji="1" dirty="0"/>
              <a:t>练习</a:t>
            </a:r>
            <a:endParaRPr kumimoji="1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8745" y="952500"/>
            <a:ext cx="10194925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的和</a:t>
            </a:r>
            <a:endParaRPr lang="zh-CN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编写程序，计算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1+2+3+...+100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的和。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的阶乘</a:t>
            </a:r>
            <a:endParaRPr lang="zh-CN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编写程序，计算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10! = 1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计算偶数和与奇数和</a:t>
            </a:r>
            <a:endParaRPr lang="zh-CN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编写程序，分别计算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到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之间所有偶数的和与所有奇数的和。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4.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计算平方和</a:t>
            </a:r>
            <a:endParaRPr lang="zh-CN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编写程序，计算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1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²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+ 2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²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+ 3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²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 + ... + 20</a:t>
            </a:r>
            <a:r>
              <a:rPr lang="en-US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²</a:t>
            </a:r>
            <a:endParaRPr lang="en-US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32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dirty="0"/>
              <a:t>进阶</a:t>
            </a:r>
            <a:endParaRPr kumimoji="1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45235" y="12401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编写程序，计算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1 - 2 + 3 - 4 + 5 - 6 + ... + 99 - 100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求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s = 1 + 1/2 + 1/3 + … + 1/5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编写程序，计算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1! + 2! + 3! + 4! + 5!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4.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求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s = 1 + 1/2! + 1/3! + … + 1/5!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手动输入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求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s = a + aa + aaa + … + a…a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n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个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a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的值，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由键盘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输入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499</Words>
  <Application>WPS 演示</Application>
  <PresentationFormat>自定义</PresentationFormat>
  <Paragraphs>37</Paragraphs>
  <Slides>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汉仪雅酷黑简</vt:lpstr>
      <vt:lpstr>汉仪君黑-45简</vt:lpstr>
      <vt:lpstr>Radam</vt:lpstr>
      <vt:lpstr>The best part</vt:lpstr>
      <vt:lpstr>方正仿宋_GB2312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668</cp:revision>
  <dcterms:created xsi:type="dcterms:W3CDTF">2024-04-10T13:53:00Z</dcterms:created>
  <dcterms:modified xsi:type="dcterms:W3CDTF">2025-10-27T01:56:56Z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