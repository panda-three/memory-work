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705" r:id="rId3"/>
    <p:sldId id="3702" r:id="rId4"/>
    <p:sldId id="3706" r:id="rId5"/>
    <p:sldId id="3707" r:id="rId6"/>
    <p:sldId id="3708" r:id="rId7"/>
    <p:sldId id="3709" r:id="rId8"/>
    <p:sldId id="3710" r:id="rId9"/>
    <p:sldId id="3711" r:id="rId10"/>
    <p:sldId id="3712" r:id="rId11"/>
  </p:sldIdLst>
  <p:sldSz cx="12858750" cy="7232650"/>
  <p:notesSz cx="6858000" cy="9144000"/>
  <p:custDataLst>
    <p:tags r:id="rId1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38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次数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10849610" cy="466026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    int i, j, k, n = 0;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for (i = 1; i &lt;= 3; i++)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{ 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 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	for (j = 1; j &lt;= i; j++){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		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		for (k = 1; k &lt;= j; k++)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                     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	}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} 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printf("%d\n", n);  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42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    int i, j, k, n;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for (i = 1; i &lt;= 3; i++)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{  n = 0;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for (j = 1; j &lt;= i; j++)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{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	  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	  for (k = 1; k &lt;= j; k++)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    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}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}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printf("%d\n", n);     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42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    int i, j, k, n;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for (i = 1; i &lt;= 3; i++)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{    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for (j = 1; j &lt;= i; j++)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	 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	 for (k = 1; k &lt;= j; k++)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     n++;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}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	printf("%d\n", n);     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4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42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int i, j, k, s = 0, t = -1;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for (i = 0; i &lt;= 3; i++) 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s += 3;  t += 2;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for (j = 0; j &lt;= 3; j++) 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   s++;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	  t--;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   for (k = 1; k &lt;= 2; k++)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	  t += k;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	  t-=5;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t=-t;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printf("s=%d\nt=%d\n", s, t);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42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int a = 0, b = 0, c = 1, i, j, k;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for (j = 1; j &lt;= 5; j++)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{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a++;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for (k = 1; k &lt;= j; k++)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	b+=2;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	for(i=-1;i&lt;=k;i++)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	c++;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}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    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printf("a=%d b=%d c=%d\n", a, b, c); 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42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int m = 1, i, a, b = 0, j, k;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for (i = 1; i &lt;= 3; i++)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{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a = 0;  b += 2;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for (j = 1; j &lt;= i; j++)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	  for (k = j; k &lt;= 3; k++)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	  m++;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	  a += i;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   printf("m=%d a=%d b=%d\n", m, a, b); 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42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int i, j, k=10;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for (i = 1; i &lt;= 4; i++)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{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k++;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for (j = 0; j &lt;3; j++)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 k++;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 k++;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printf("%d", k);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024255"/>
            <a:ext cx="9785350" cy="32480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#include &lt;stdio.h&gt;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main()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{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int i, j, k, s , t = 0, p = -1;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for (i = 1; i &lt; 6; i++)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{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s=1;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p += i;  t -= i;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for (j = 1; j &lt;= i; j++)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for (k = 1; k &lt;= j; k++)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     s++;  t += j;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	printf("%d %d %d\n", s, t, p);  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en-US" altLang="zh-CN" sz="2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2021</Words>
  <Application>WPS 演示</Application>
  <PresentationFormat>自定义</PresentationFormat>
  <Paragraphs>163</Paragraphs>
  <Slides>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675</cp:revision>
  <dcterms:created xsi:type="dcterms:W3CDTF">2024-04-10T13:53:00Z</dcterms:created>
  <dcterms:modified xsi:type="dcterms:W3CDTF">2025-10-24T03:00:26Z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