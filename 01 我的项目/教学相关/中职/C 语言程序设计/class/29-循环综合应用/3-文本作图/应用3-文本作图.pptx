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>
  <p:sldMasterIdLst>
    <p:sldMasterId id="2147483648" r:id="rId1"/>
  </p:sldMasterIdLst>
  <p:notesMasterIdLst>
    <p:notesMasterId r:id="rId7"/>
  </p:notesMasterIdLst>
  <p:handoutMasterIdLst>
    <p:handoutMasterId r:id="rId8"/>
  </p:handoutMasterIdLst>
  <p:sldIdLst>
    <p:sldId id="3705" r:id="rId3"/>
    <p:sldId id="3702" r:id="rId4"/>
    <p:sldId id="3706" r:id="rId5"/>
    <p:sldId id="3707" r:id="rId6"/>
  </p:sldIdLst>
  <p:sldSz cx="12858750" cy="7232650"/>
  <p:notesSz cx="6858000" cy="9144000"/>
  <p:custDataLst>
    <p:tags r:id="rId13"/>
  </p:custDataLst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1pPr>
    <a:lvl2pPr marL="640080" indent="-18288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2pPr>
    <a:lvl3pPr marL="1282700" indent="-3683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3pPr>
    <a:lvl4pPr marL="1925955" indent="-554355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4pPr>
    <a:lvl5pPr marL="2568575" indent="-739775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" userDrawn="1">
          <p15:clr>
            <a:srgbClr val="A4A3A4"/>
          </p15:clr>
        </p15:guide>
        <p15:guide id="2" orient="horz" pos="4138" userDrawn="1">
          <p15:clr>
            <a:srgbClr val="A4A3A4"/>
          </p15:clr>
        </p15:guide>
        <p15:guide id="3" pos="4075" userDrawn="1">
          <p15:clr>
            <a:srgbClr val="A4A3A4"/>
          </p15:clr>
        </p15:guide>
        <p15:guide id="4" pos="557" userDrawn="1">
          <p15:clr>
            <a:srgbClr val="A4A3A4"/>
          </p15:clr>
        </p15:guide>
        <p15:guide id="5" pos="7544" userDrawn="1">
          <p15:clr>
            <a:srgbClr val="A4A3A4"/>
          </p15:clr>
        </p15:guide>
        <p15:guide id="6" pos="6858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作者" initials="A" lastIdx="114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AF4436"/>
    <a:srgbClr val="FFBF00"/>
    <a:srgbClr val="1542FF"/>
    <a:srgbClr val="FFFFFF"/>
    <a:srgbClr val="0C6AC7"/>
    <a:srgbClr val="FFC000"/>
    <a:srgbClr val="066197"/>
    <a:srgbClr val="262626"/>
    <a:srgbClr val="0767A3"/>
    <a:srgbClr val="53535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541" autoAdjust="0"/>
    <p:restoredTop sz="96327" autoAdjust="0"/>
  </p:normalViewPr>
  <p:slideViewPr>
    <p:cSldViewPr showGuides="1">
      <p:cViewPr varScale="1">
        <p:scale>
          <a:sx n="88" d="100"/>
          <a:sy n="88" d="100"/>
        </p:scale>
        <p:origin x="653" y="53"/>
      </p:cViewPr>
      <p:guideLst>
        <p:guide orient="horz" pos="218"/>
        <p:guide orient="horz" pos="4138"/>
        <p:guide pos="4075"/>
        <p:guide pos="557"/>
        <p:guide pos="7544"/>
        <p:guide pos="6858"/>
      </p:guideLst>
    </p:cSldViewPr>
  </p:slideViewPr>
  <p:outlineViewPr>
    <p:cViewPr>
      <p:scale>
        <a:sx n="100" d="100"/>
        <a:sy n="100" d="100"/>
      </p:scale>
      <p:origin x="0" y="-9972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33" d="100"/>
        <a:sy n="33" d="100"/>
      </p:scale>
      <p:origin x="0" y="0"/>
    </p:cViewPr>
  </p:sorterViewPr>
  <p:notesViewPr>
    <p:cSldViewPr>
      <p:cViewPr varScale="1">
        <p:scale>
          <a:sx n="87" d="100"/>
          <a:sy n="87" d="100"/>
        </p:scale>
        <p:origin x="3840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presProps" Target="presProps.xml"/><Relationship Id="rId8" Type="http://schemas.openxmlformats.org/officeDocument/2006/relationships/handoutMaster" Target="handoutMasters/handoutMaster1.xml"/><Relationship Id="rId7" Type="http://schemas.openxmlformats.org/officeDocument/2006/relationships/notesMaster" Target="notesMasters/notesMaster1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3" Type="http://schemas.openxmlformats.org/officeDocument/2006/relationships/tags" Target="tags/tag1.xml"/><Relationship Id="rId12" Type="http://schemas.openxmlformats.org/officeDocument/2006/relationships/commentAuthors" Target="commentAuthors.xml"/><Relationship Id="rId11" Type="http://schemas.openxmlformats.org/officeDocument/2006/relationships/tableStyles" Target="tableStyles.xml"/><Relationship Id="rId10" Type="http://schemas.openxmlformats.org/officeDocument/2006/relationships/viewProps" Target="viewProps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 dirty="0">
              <a:latin typeface="印品黑体" panose="00000500000000000000" pitchFamily="2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9630DBF-D010-4114-9DE3-41E342A27C18}" type="datetimeFigureOut">
              <a:rPr lang="zh-CN" altLang="en-US" smtClean="0">
                <a:latin typeface="印品黑体" panose="00000500000000000000" pitchFamily="2" charset="-122"/>
              </a:rPr>
            </a:fld>
            <a:endParaRPr lang="zh-CN" altLang="en-US" dirty="0">
              <a:latin typeface="印品黑体" panose="00000500000000000000" pitchFamily="2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 dirty="0">
              <a:latin typeface="印品黑体" panose="00000500000000000000" pitchFamily="2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D1D107-4CC9-43CA-8CA8-36E1DF70D5F2}" type="slidenum">
              <a:rPr lang="zh-CN" altLang="en-US" smtClean="0">
                <a:latin typeface="印品黑体" panose="00000500000000000000" pitchFamily="2" charset="-122"/>
              </a:rPr>
            </a:fld>
            <a:endParaRPr lang="zh-CN" altLang="en-US" dirty="0">
              <a:latin typeface="印品黑体" panose="00000500000000000000" pitchFamily="2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印品黑体" panose="00000500000000000000" pitchFamily="2" charset="-122"/>
              </a:defRPr>
            </a:lvl1pPr>
          </a:lstStyle>
          <a:p>
            <a:pPr>
              <a:defRPr/>
            </a:pP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印品黑体" panose="00000500000000000000" pitchFamily="2" charset="-122"/>
              </a:defRPr>
            </a:lvl1pPr>
          </a:lstStyle>
          <a:p>
            <a:pPr>
              <a:defRPr/>
            </a:pPr>
            <a:fld id="{06024D97-E667-405D-B634-E583E2108D71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 dirty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noProof="0" dirty="0"/>
              <a:t>单击此处编辑母版文本样式</a:t>
            </a:r>
            <a:endParaRPr lang="zh-CN" altLang="en-US" noProof="0" dirty="0"/>
          </a:p>
          <a:p>
            <a:pPr lvl="1"/>
            <a:r>
              <a:rPr lang="zh-CN" altLang="en-US" noProof="0" dirty="0"/>
              <a:t>第二级</a:t>
            </a:r>
            <a:endParaRPr lang="zh-CN" altLang="en-US" noProof="0" dirty="0"/>
          </a:p>
          <a:p>
            <a:pPr lvl="2"/>
            <a:r>
              <a:rPr lang="zh-CN" altLang="en-US" noProof="0" dirty="0"/>
              <a:t>第三级</a:t>
            </a:r>
            <a:endParaRPr lang="zh-CN" altLang="en-US" noProof="0" dirty="0"/>
          </a:p>
          <a:p>
            <a:pPr lvl="3"/>
            <a:r>
              <a:rPr lang="zh-CN" altLang="en-US" noProof="0" dirty="0"/>
              <a:t>第四级</a:t>
            </a:r>
            <a:endParaRPr lang="zh-CN" altLang="en-US" noProof="0" dirty="0"/>
          </a:p>
          <a:p>
            <a:pPr lvl="4"/>
            <a:r>
              <a:rPr lang="zh-CN" altLang="en-US" noProof="0" dirty="0"/>
              <a:t>第五级</a:t>
            </a:r>
            <a:endParaRPr lang="zh-CN" altLang="en-US" noProof="0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印品黑体" panose="00000500000000000000" pitchFamily="2" charset="-122"/>
              </a:defRPr>
            </a:lvl1pPr>
          </a:lstStyle>
          <a:p>
            <a:pPr>
              <a:defRPr/>
            </a:pPr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>
                <a:latin typeface="印品黑体" panose="00000500000000000000" pitchFamily="2" charset="-122"/>
              </a:defRPr>
            </a:lvl1pPr>
          </a:lstStyle>
          <a:p>
            <a:fld id="{418F03C3-53C1-4F10-8DAF-D1F318E96C6E}" type="slidenum">
              <a:rPr lang="zh-CN" altLang="en-US" smtClean="0"/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印品黑体" panose="00000500000000000000" pitchFamily="2" charset="-122"/>
        <a:ea typeface="+mn-ea"/>
        <a:cs typeface="+mn-cs"/>
      </a:defRPr>
    </a:lvl1pPr>
    <a:lvl2pPr marL="455930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印品黑体" panose="00000500000000000000" pitchFamily="2" charset="-122"/>
        <a:ea typeface="+mn-ea"/>
        <a:cs typeface="+mn-cs"/>
      </a:defRPr>
    </a:lvl2pPr>
    <a:lvl3pPr marL="913130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印品黑体" panose="00000500000000000000" pitchFamily="2" charset="-122"/>
        <a:ea typeface="+mn-ea"/>
        <a:cs typeface="+mn-cs"/>
      </a:defRPr>
    </a:lvl3pPr>
    <a:lvl4pPr marL="1370330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印品黑体" panose="00000500000000000000" pitchFamily="2" charset="-122"/>
        <a:ea typeface="+mn-ea"/>
        <a:cs typeface="+mn-cs"/>
      </a:defRPr>
    </a:lvl4pPr>
    <a:lvl5pPr marL="1827530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印品黑体" panose="00000500000000000000" pitchFamily="2" charset="-122"/>
        <a:ea typeface="+mn-ea"/>
        <a:cs typeface="+mn-cs"/>
      </a:defRPr>
    </a:lvl5pPr>
    <a:lvl6pPr marL="2285365" algn="l" defTabSz="914400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6pPr>
    <a:lvl7pPr marL="2742565" algn="l" defTabSz="914400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7pPr>
    <a:lvl8pPr marL="3199765" algn="l" defTabSz="914400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8pPr>
    <a:lvl9pPr marL="3656965" algn="l" defTabSz="914400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F82D2-7A68-459D-A996-9BDDA2518FA4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1EE5D-26FB-46D5-A381-ECFB35BF1D34}" type="slidenum">
              <a:rPr lang="zh-CN" altLang="en-US" smtClean="0"/>
            </a:fld>
            <a:endParaRPr lang="zh-CN" altLang="en-US"/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525" y="635"/>
            <a:ext cx="12849225" cy="723201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F82D2-7A68-459D-A996-9BDDA2518FA4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1EE5D-26FB-46D5-A381-ECFB35BF1D34}" type="slidenum">
              <a:rPr lang="zh-CN" altLang="en-US" smtClean="0"/>
            </a:fld>
            <a:endParaRPr lang="zh-CN" altLang="en-US" dirty="0"/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1270"/>
            <a:ext cx="12858750" cy="723138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72791" y="4984477"/>
            <a:ext cx="3161905" cy="619048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125119" y="4804672"/>
            <a:ext cx="3161905" cy="61904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917207" y="5282442"/>
            <a:ext cx="3161905" cy="619048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288582" y="4804672"/>
            <a:ext cx="3161905" cy="619048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621338" y="5337044"/>
            <a:ext cx="3161905" cy="619048"/>
          </a:xfrm>
          <a:prstGeom prst="rect">
            <a:avLst/>
          </a:prstGeom>
        </p:spPr>
      </p:pic>
      <p:pic>
        <p:nvPicPr>
          <p:cNvPr id="18" name="图片 1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991155" y="4781605"/>
            <a:ext cx="3161905" cy="619048"/>
          </a:xfrm>
          <a:prstGeom prst="rect">
            <a:avLst/>
          </a:prstGeom>
        </p:spPr>
      </p:pic>
      <p:pic>
        <p:nvPicPr>
          <p:cNvPr id="20" name="图片 1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220821" y="5346680"/>
            <a:ext cx="3161905" cy="619048"/>
          </a:xfrm>
          <a:prstGeom prst="rect">
            <a:avLst/>
          </a:prstGeom>
        </p:spPr>
      </p:pic>
      <p:pic>
        <p:nvPicPr>
          <p:cNvPr id="22" name="图片 2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612692" y="4781605"/>
            <a:ext cx="3161905" cy="619048"/>
          </a:xfrm>
          <a:prstGeom prst="rect">
            <a:avLst/>
          </a:prstGeom>
        </p:spPr>
      </p:pic>
      <p:pic>
        <p:nvPicPr>
          <p:cNvPr id="24" name="图片 23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288582" y="1366761"/>
            <a:ext cx="3161905" cy="619048"/>
          </a:xfrm>
          <a:prstGeom prst="rect">
            <a:avLst/>
          </a:prstGeom>
        </p:spPr>
      </p:pic>
      <p:pic>
        <p:nvPicPr>
          <p:cNvPr id="26" name="图片 25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275773" y="1359987"/>
            <a:ext cx="3161905" cy="619048"/>
          </a:xfrm>
          <a:prstGeom prst="rect">
            <a:avLst/>
          </a:prstGeom>
        </p:spPr>
      </p:pic>
      <p:pic>
        <p:nvPicPr>
          <p:cNvPr id="28" name="图片 2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84039" y="1359987"/>
            <a:ext cx="1580953" cy="619048"/>
          </a:xfrm>
          <a:prstGeom prst="rect">
            <a:avLst/>
          </a:prstGeom>
        </p:spPr>
      </p:pic>
      <p:pic>
        <p:nvPicPr>
          <p:cNvPr id="30" name="图片 2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43501" y="4781605"/>
            <a:ext cx="764270" cy="619048"/>
          </a:xfrm>
          <a:prstGeom prst="rect">
            <a:avLst/>
          </a:prstGeom>
        </p:spPr>
      </p:pic>
      <p:pic>
        <p:nvPicPr>
          <p:cNvPr id="32" name="图片 3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259461" y="1262924"/>
            <a:ext cx="860873" cy="619048"/>
          </a:xfrm>
          <a:prstGeom prst="rect">
            <a:avLst/>
          </a:prstGeom>
        </p:spPr>
      </p:pic>
      <p:pic>
        <p:nvPicPr>
          <p:cNvPr id="34" name="图片 33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560390" y="1354452"/>
            <a:ext cx="356817" cy="61904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1017"/>
            <a:ext cx="12858750" cy="7285355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72791" y="1528093"/>
            <a:ext cx="2857143" cy="1419048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477047" y="1518648"/>
            <a:ext cx="2857143" cy="141904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509175" y="1528093"/>
            <a:ext cx="2857143" cy="1419048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165679" y="1600101"/>
            <a:ext cx="2857143" cy="141904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12751" y="4624437"/>
            <a:ext cx="2857143" cy="1419048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269135" y="4407232"/>
            <a:ext cx="2857143" cy="1419048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296947" y="4416677"/>
            <a:ext cx="2857143" cy="1419048"/>
          </a:xfrm>
          <a:prstGeom prst="rect">
            <a:avLst/>
          </a:prstGeom>
        </p:spPr>
      </p:pic>
      <p:pic>
        <p:nvPicPr>
          <p:cNvPr id="18" name="图片 1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237687" y="4474217"/>
            <a:ext cx="2857143" cy="141904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箭头: V 形 3"/>
          <p:cNvSpPr/>
          <p:nvPr userDrawn="1"/>
        </p:nvSpPr>
        <p:spPr>
          <a:xfrm>
            <a:off x="435610" y="224155"/>
            <a:ext cx="405130" cy="405130"/>
          </a:xfrm>
          <a:prstGeom prst="chevron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76" name="等腰三角形 75"/>
          <p:cNvSpPr/>
          <p:nvPr userDrawn="1"/>
        </p:nvSpPr>
        <p:spPr>
          <a:xfrm rot="5400000">
            <a:off x="-146685" y="156845"/>
            <a:ext cx="852805" cy="540385"/>
          </a:xfrm>
          <a:prstGeom prst="triangle">
            <a:avLst/>
          </a:prstGeom>
          <a:solidFill>
            <a:srgbClr val="0767A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grpSp>
        <p:nvGrpSpPr>
          <p:cNvPr id="13" name="组合 12"/>
          <p:cNvGrpSpPr/>
          <p:nvPr userDrawn="1"/>
        </p:nvGrpSpPr>
        <p:grpSpPr>
          <a:xfrm>
            <a:off x="16656" y="5177155"/>
            <a:ext cx="752744" cy="2098793"/>
            <a:chOff x="13891297" y="2075351"/>
            <a:chExt cx="1066248" cy="2972900"/>
          </a:xfrm>
        </p:grpSpPr>
        <p:sp>
          <p:nvSpPr>
            <p:cNvPr id="14" name="椭圆 13"/>
            <p:cNvSpPr/>
            <p:nvPr/>
          </p:nvSpPr>
          <p:spPr>
            <a:xfrm>
              <a:off x="13891297" y="2075351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椭圆 14"/>
            <p:cNvSpPr/>
            <p:nvPr/>
          </p:nvSpPr>
          <p:spPr>
            <a:xfrm>
              <a:off x="14142396" y="2075351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椭圆 15"/>
            <p:cNvSpPr/>
            <p:nvPr/>
          </p:nvSpPr>
          <p:spPr>
            <a:xfrm>
              <a:off x="14393495" y="2075351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/>
            <p:cNvSpPr/>
            <p:nvPr/>
          </p:nvSpPr>
          <p:spPr>
            <a:xfrm>
              <a:off x="14644594" y="2075351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椭圆 17"/>
            <p:cNvSpPr/>
            <p:nvPr/>
          </p:nvSpPr>
          <p:spPr>
            <a:xfrm>
              <a:off x="14895693" y="2075351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椭圆 18"/>
            <p:cNvSpPr/>
            <p:nvPr/>
          </p:nvSpPr>
          <p:spPr>
            <a:xfrm>
              <a:off x="13891297" y="2317938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椭圆 19"/>
            <p:cNvSpPr/>
            <p:nvPr/>
          </p:nvSpPr>
          <p:spPr>
            <a:xfrm>
              <a:off x="14142396" y="2317938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椭圆 20"/>
            <p:cNvSpPr/>
            <p:nvPr/>
          </p:nvSpPr>
          <p:spPr>
            <a:xfrm>
              <a:off x="14393495" y="2317938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椭圆 21"/>
            <p:cNvSpPr/>
            <p:nvPr/>
          </p:nvSpPr>
          <p:spPr>
            <a:xfrm>
              <a:off x="14644594" y="2317938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" name="椭圆 22"/>
            <p:cNvSpPr/>
            <p:nvPr/>
          </p:nvSpPr>
          <p:spPr>
            <a:xfrm>
              <a:off x="14895693" y="2317938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" name="椭圆 23"/>
            <p:cNvSpPr/>
            <p:nvPr/>
          </p:nvSpPr>
          <p:spPr>
            <a:xfrm>
              <a:off x="13891297" y="2560526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椭圆 24"/>
            <p:cNvSpPr/>
            <p:nvPr/>
          </p:nvSpPr>
          <p:spPr>
            <a:xfrm>
              <a:off x="14142396" y="2560526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椭圆 25"/>
            <p:cNvSpPr/>
            <p:nvPr/>
          </p:nvSpPr>
          <p:spPr>
            <a:xfrm>
              <a:off x="14393495" y="2560526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" name="椭圆 26"/>
            <p:cNvSpPr/>
            <p:nvPr/>
          </p:nvSpPr>
          <p:spPr>
            <a:xfrm>
              <a:off x="14644594" y="2560526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8" name="椭圆 27"/>
            <p:cNvSpPr/>
            <p:nvPr/>
          </p:nvSpPr>
          <p:spPr>
            <a:xfrm>
              <a:off x="14895693" y="2560526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" name="椭圆 28"/>
            <p:cNvSpPr/>
            <p:nvPr/>
          </p:nvSpPr>
          <p:spPr>
            <a:xfrm>
              <a:off x="13891297" y="2803113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" name="椭圆 29"/>
            <p:cNvSpPr/>
            <p:nvPr/>
          </p:nvSpPr>
          <p:spPr>
            <a:xfrm>
              <a:off x="14142396" y="2803113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1" name="椭圆 30"/>
            <p:cNvSpPr/>
            <p:nvPr/>
          </p:nvSpPr>
          <p:spPr>
            <a:xfrm>
              <a:off x="14393495" y="2803113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" name="椭圆 31"/>
            <p:cNvSpPr/>
            <p:nvPr/>
          </p:nvSpPr>
          <p:spPr>
            <a:xfrm>
              <a:off x="14644594" y="2803113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3" name="椭圆 32"/>
            <p:cNvSpPr/>
            <p:nvPr/>
          </p:nvSpPr>
          <p:spPr>
            <a:xfrm>
              <a:off x="14895693" y="2803113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4" name="椭圆 33"/>
            <p:cNvSpPr/>
            <p:nvPr/>
          </p:nvSpPr>
          <p:spPr>
            <a:xfrm>
              <a:off x="13891297" y="3045700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5" name="椭圆 34"/>
            <p:cNvSpPr/>
            <p:nvPr/>
          </p:nvSpPr>
          <p:spPr>
            <a:xfrm>
              <a:off x="14142396" y="3045700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6" name="椭圆 35"/>
            <p:cNvSpPr/>
            <p:nvPr/>
          </p:nvSpPr>
          <p:spPr>
            <a:xfrm>
              <a:off x="14393495" y="3045700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7" name="椭圆 36"/>
            <p:cNvSpPr/>
            <p:nvPr/>
          </p:nvSpPr>
          <p:spPr>
            <a:xfrm>
              <a:off x="14644594" y="3045700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8" name="椭圆 37"/>
            <p:cNvSpPr/>
            <p:nvPr/>
          </p:nvSpPr>
          <p:spPr>
            <a:xfrm>
              <a:off x="14895693" y="3045700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9" name="椭圆 38"/>
            <p:cNvSpPr/>
            <p:nvPr/>
          </p:nvSpPr>
          <p:spPr>
            <a:xfrm>
              <a:off x="13891297" y="3288288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0" name="椭圆 39"/>
            <p:cNvSpPr/>
            <p:nvPr/>
          </p:nvSpPr>
          <p:spPr>
            <a:xfrm>
              <a:off x="14142396" y="3288288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1" name="椭圆 40"/>
            <p:cNvSpPr/>
            <p:nvPr/>
          </p:nvSpPr>
          <p:spPr>
            <a:xfrm>
              <a:off x="14393495" y="3288288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2" name="椭圆 41"/>
            <p:cNvSpPr/>
            <p:nvPr/>
          </p:nvSpPr>
          <p:spPr>
            <a:xfrm>
              <a:off x="14644594" y="3288288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3" name="椭圆 42"/>
            <p:cNvSpPr/>
            <p:nvPr/>
          </p:nvSpPr>
          <p:spPr>
            <a:xfrm>
              <a:off x="14895693" y="3288288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4" name="椭圆 43"/>
            <p:cNvSpPr/>
            <p:nvPr/>
          </p:nvSpPr>
          <p:spPr>
            <a:xfrm>
              <a:off x="13891297" y="3530875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5" name="椭圆 44"/>
            <p:cNvSpPr/>
            <p:nvPr/>
          </p:nvSpPr>
          <p:spPr>
            <a:xfrm>
              <a:off x="14142396" y="3530875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6" name="椭圆 45"/>
            <p:cNvSpPr/>
            <p:nvPr/>
          </p:nvSpPr>
          <p:spPr>
            <a:xfrm>
              <a:off x="14393495" y="3530875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7" name="椭圆 46"/>
            <p:cNvSpPr/>
            <p:nvPr/>
          </p:nvSpPr>
          <p:spPr>
            <a:xfrm>
              <a:off x="14644594" y="3530875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8" name="椭圆 47"/>
            <p:cNvSpPr/>
            <p:nvPr/>
          </p:nvSpPr>
          <p:spPr>
            <a:xfrm>
              <a:off x="14895693" y="3530875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9" name="椭圆 48"/>
            <p:cNvSpPr/>
            <p:nvPr/>
          </p:nvSpPr>
          <p:spPr>
            <a:xfrm>
              <a:off x="13891297" y="3773462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0" name="椭圆 49"/>
            <p:cNvSpPr/>
            <p:nvPr/>
          </p:nvSpPr>
          <p:spPr>
            <a:xfrm>
              <a:off x="14142396" y="3773462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1" name="椭圆 50"/>
            <p:cNvSpPr/>
            <p:nvPr/>
          </p:nvSpPr>
          <p:spPr>
            <a:xfrm>
              <a:off x="14393495" y="3773462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2" name="椭圆 51"/>
            <p:cNvSpPr/>
            <p:nvPr/>
          </p:nvSpPr>
          <p:spPr>
            <a:xfrm>
              <a:off x="14644594" y="3773462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3" name="椭圆 52"/>
            <p:cNvSpPr/>
            <p:nvPr/>
          </p:nvSpPr>
          <p:spPr>
            <a:xfrm>
              <a:off x="14895693" y="3773462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4" name="椭圆 53"/>
            <p:cNvSpPr/>
            <p:nvPr/>
          </p:nvSpPr>
          <p:spPr>
            <a:xfrm>
              <a:off x="13891297" y="4016050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5" name="椭圆 54"/>
            <p:cNvSpPr/>
            <p:nvPr/>
          </p:nvSpPr>
          <p:spPr>
            <a:xfrm>
              <a:off x="14142396" y="4016050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6" name="椭圆 55"/>
            <p:cNvSpPr/>
            <p:nvPr/>
          </p:nvSpPr>
          <p:spPr>
            <a:xfrm>
              <a:off x="14393495" y="4016050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7" name="椭圆 56"/>
            <p:cNvSpPr/>
            <p:nvPr/>
          </p:nvSpPr>
          <p:spPr>
            <a:xfrm>
              <a:off x="14644594" y="4016050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8" name="椭圆 57"/>
            <p:cNvSpPr/>
            <p:nvPr/>
          </p:nvSpPr>
          <p:spPr>
            <a:xfrm>
              <a:off x="14895693" y="4016050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9" name="椭圆 58"/>
            <p:cNvSpPr/>
            <p:nvPr/>
          </p:nvSpPr>
          <p:spPr>
            <a:xfrm>
              <a:off x="13891297" y="4258637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0" name="椭圆 59"/>
            <p:cNvSpPr/>
            <p:nvPr/>
          </p:nvSpPr>
          <p:spPr>
            <a:xfrm>
              <a:off x="14142396" y="4258637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1" name="椭圆 60"/>
            <p:cNvSpPr/>
            <p:nvPr/>
          </p:nvSpPr>
          <p:spPr>
            <a:xfrm>
              <a:off x="14393495" y="4258637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2" name="椭圆 61"/>
            <p:cNvSpPr/>
            <p:nvPr/>
          </p:nvSpPr>
          <p:spPr>
            <a:xfrm>
              <a:off x="14644594" y="4258637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3" name="椭圆 62"/>
            <p:cNvSpPr/>
            <p:nvPr/>
          </p:nvSpPr>
          <p:spPr>
            <a:xfrm>
              <a:off x="14895693" y="4258637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4" name="椭圆 63"/>
            <p:cNvSpPr/>
            <p:nvPr/>
          </p:nvSpPr>
          <p:spPr>
            <a:xfrm>
              <a:off x="13891297" y="4501224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5" name="椭圆 64"/>
            <p:cNvSpPr/>
            <p:nvPr/>
          </p:nvSpPr>
          <p:spPr>
            <a:xfrm>
              <a:off x="14142396" y="4501224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6" name="椭圆 65"/>
            <p:cNvSpPr/>
            <p:nvPr/>
          </p:nvSpPr>
          <p:spPr>
            <a:xfrm>
              <a:off x="14393495" y="4501224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7" name="椭圆 66"/>
            <p:cNvSpPr/>
            <p:nvPr/>
          </p:nvSpPr>
          <p:spPr>
            <a:xfrm>
              <a:off x="14644594" y="4501224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8" name="椭圆 67"/>
            <p:cNvSpPr/>
            <p:nvPr/>
          </p:nvSpPr>
          <p:spPr>
            <a:xfrm>
              <a:off x="14895693" y="4501224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9" name="椭圆 68"/>
            <p:cNvSpPr/>
            <p:nvPr/>
          </p:nvSpPr>
          <p:spPr>
            <a:xfrm>
              <a:off x="13891297" y="4743811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0" name="椭圆 69"/>
            <p:cNvSpPr/>
            <p:nvPr/>
          </p:nvSpPr>
          <p:spPr>
            <a:xfrm>
              <a:off x="14142396" y="4743811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1" name="椭圆 70"/>
            <p:cNvSpPr/>
            <p:nvPr/>
          </p:nvSpPr>
          <p:spPr>
            <a:xfrm>
              <a:off x="14393495" y="4743811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2" name="椭圆 71"/>
            <p:cNvSpPr/>
            <p:nvPr/>
          </p:nvSpPr>
          <p:spPr>
            <a:xfrm>
              <a:off x="14644594" y="4743811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3" name="椭圆 72"/>
            <p:cNvSpPr/>
            <p:nvPr/>
          </p:nvSpPr>
          <p:spPr>
            <a:xfrm>
              <a:off x="14895693" y="4743811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4" name="椭圆 73"/>
            <p:cNvSpPr/>
            <p:nvPr/>
          </p:nvSpPr>
          <p:spPr>
            <a:xfrm>
              <a:off x="13891297" y="4986399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1" name="椭圆 80"/>
            <p:cNvSpPr/>
            <p:nvPr/>
          </p:nvSpPr>
          <p:spPr>
            <a:xfrm>
              <a:off x="14142396" y="4986399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2" name="椭圆 81"/>
            <p:cNvSpPr/>
            <p:nvPr/>
          </p:nvSpPr>
          <p:spPr>
            <a:xfrm>
              <a:off x="14393495" y="4986399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3" name="椭圆 82"/>
            <p:cNvSpPr/>
            <p:nvPr/>
          </p:nvSpPr>
          <p:spPr>
            <a:xfrm>
              <a:off x="14644594" y="4986399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4" name="椭圆 83"/>
            <p:cNvSpPr/>
            <p:nvPr/>
          </p:nvSpPr>
          <p:spPr>
            <a:xfrm>
              <a:off x="14895693" y="4986399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35" name="矩形 134"/>
          <p:cNvSpPr/>
          <p:nvPr userDrawn="1"/>
        </p:nvSpPr>
        <p:spPr>
          <a:xfrm>
            <a:off x="635" y="7160260"/>
            <a:ext cx="12858750" cy="87630"/>
          </a:xfrm>
          <a:prstGeom prst="rect">
            <a:avLst/>
          </a:prstGeom>
          <a:solidFill>
            <a:srgbClr val="0767A3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7" name="图片 6" descr="图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33475" y="1461770"/>
            <a:ext cx="1497330" cy="1257935"/>
          </a:xfrm>
          <a:prstGeom prst="rect">
            <a:avLst/>
          </a:prstGeom>
        </p:spPr>
      </p:pic>
      <p:pic>
        <p:nvPicPr>
          <p:cNvPr id="77" name="图片 76" descr="图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673215" y="1393190"/>
            <a:ext cx="1497330" cy="1257935"/>
          </a:xfrm>
          <a:prstGeom prst="rect">
            <a:avLst/>
          </a:prstGeom>
        </p:spPr>
      </p:pic>
      <p:pic>
        <p:nvPicPr>
          <p:cNvPr id="78" name="图片 77" descr="图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966845" y="1461770"/>
            <a:ext cx="1497330" cy="1257935"/>
          </a:xfrm>
          <a:prstGeom prst="rect">
            <a:avLst/>
          </a:prstGeom>
        </p:spPr>
      </p:pic>
      <p:pic>
        <p:nvPicPr>
          <p:cNvPr id="79" name="图片 78" descr="图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066020" y="1290955"/>
            <a:ext cx="1497330" cy="1257935"/>
          </a:xfrm>
          <a:prstGeom prst="rect">
            <a:avLst/>
          </a:prstGeom>
        </p:spPr>
      </p:pic>
      <p:pic>
        <p:nvPicPr>
          <p:cNvPr id="80" name="图片 79" descr="图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371600" y="4476750"/>
            <a:ext cx="1497330" cy="1257935"/>
          </a:xfrm>
          <a:prstGeom prst="rect">
            <a:avLst/>
          </a:prstGeom>
        </p:spPr>
      </p:pic>
      <p:pic>
        <p:nvPicPr>
          <p:cNvPr id="85" name="图片 84" descr="图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812280" y="4305300"/>
            <a:ext cx="1497330" cy="1257935"/>
          </a:xfrm>
          <a:prstGeom prst="rect">
            <a:avLst/>
          </a:prstGeom>
        </p:spPr>
      </p:pic>
      <p:pic>
        <p:nvPicPr>
          <p:cNvPr id="86" name="图片 85" descr="图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966845" y="4305300"/>
            <a:ext cx="1497330" cy="1257935"/>
          </a:xfrm>
          <a:prstGeom prst="rect">
            <a:avLst/>
          </a:prstGeom>
        </p:spPr>
      </p:pic>
      <p:pic>
        <p:nvPicPr>
          <p:cNvPr id="87" name="图片 86" descr="图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066020" y="4305300"/>
            <a:ext cx="1497330" cy="1257935"/>
          </a:xfrm>
          <a:prstGeom prst="rect">
            <a:avLst/>
          </a:prstGeom>
        </p:spPr>
      </p:pic>
      <p:sp>
        <p:nvSpPr>
          <p:cNvPr id="4" name="任意多边形: 形状 50"/>
          <p:cNvSpPr/>
          <p:nvPr userDrawn="1"/>
        </p:nvSpPr>
        <p:spPr>
          <a:xfrm rot="18932100">
            <a:off x="9102985" y="1473268"/>
            <a:ext cx="1159449" cy="1159449"/>
          </a:xfrm>
          <a:custGeom>
            <a:avLst/>
            <a:gdLst>
              <a:gd name="connsiteX0" fmla="*/ 638672 w 2160240"/>
              <a:gd name="connsiteY0" fmla="*/ 411048 h 2160240"/>
              <a:gd name="connsiteX1" fmla="*/ 417942 w 2160240"/>
              <a:gd name="connsiteY1" fmla="*/ 631778 h 2160240"/>
              <a:gd name="connsiteX2" fmla="*/ 417942 w 2160240"/>
              <a:gd name="connsiteY2" fmla="*/ 1514674 h 2160240"/>
              <a:gd name="connsiteX3" fmla="*/ 638672 w 2160240"/>
              <a:gd name="connsiteY3" fmla="*/ 1735404 h 2160240"/>
              <a:gd name="connsiteX4" fmla="*/ 1521568 w 2160240"/>
              <a:gd name="connsiteY4" fmla="*/ 1735404 h 2160240"/>
              <a:gd name="connsiteX5" fmla="*/ 1742298 w 2160240"/>
              <a:gd name="connsiteY5" fmla="*/ 1514674 h 2160240"/>
              <a:gd name="connsiteX6" fmla="*/ 1742298 w 2160240"/>
              <a:gd name="connsiteY6" fmla="*/ 631778 h 2160240"/>
              <a:gd name="connsiteX7" fmla="*/ 1521568 w 2160240"/>
              <a:gd name="connsiteY7" fmla="*/ 411048 h 2160240"/>
              <a:gd name="connsiteX8" fmla="*/ 360047 w 2160240"/>
              <a:gd name="connsiteY8" fmla="*/ 0 h 2160240"/>
              <a:gd name="connsiteX9" fmla="*/ 1800193 w 2160240"/>
              <a:gd name="connsiteY9" fmla="*/ 0 h 2160240"/>
              <a:gd name="connsiteX10" fmla="*/ 2160240 w 2160240"/>
              <a:gd name="connsiteY10" fmla="*/ 360047 h 2160240"/>
              <a:gd name="connsiteX11" fmla="*/ 2160240 w 2160240"/>
              <a:gd name="connsiteY11" fmla="*/ 1800193 h 2160240"/>
              <a:gd name="connsiteX12" fmla="*/ 1800193 w 2160240"/>
              <a:gd name="connsiteY12" fmla="*/ 2160240 h 2160240"/>
              <a:gd name="connsiteX13" fmla="*/ 360047 w 2160240"/>
              <a:gd name="connsiteY13" fmla="*/ 2160240 h 2160240"/>
              <a:gd name="connsiteX14" fmla="*/ 0 w 2160240"/>
              <a:gd name="connsiteY14" fmla="*/ 1800193 h 2160240"/>
              <a:gd name="connsiteX15" fmla="*/ 0 w 2160240"/>
              <a:gd name="connsiteY15" fmla="*/ 360047 h 2160240"/>
              <a:gd name="connsiteX16" fmla="*/ 360047 w 2160240"/>
              <a:gd name="connsiteY16" fmla="*/ 0 h 21602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160240" h="2160240">
                <a:moveTo>
                  <a:pt x="638672" y="411048"/>
                </a:moveTo>
                <a:cubicBezTo>
                  <a:pt x="516766" y="411048"/>
                  <a:pt x="417942" y="509872"/>
                  <a:pt x="417942" y="631778"/>
                </a:cubicBezTo>
                <a:lnTo>
                  <a:pt x="417942" y="1514674"/>
                </a:lnTo>
                <a:cubicBezTo>
                  <a:pt x="417942" y="1636580"/>
                  <a:pt x="516766" y="1735404"/>
                  <a:pt x="638672" y="1735404"/>
                </a:cubicBezTo>
                <a:lnTo>
                  <a:pt x="1521568" y="1735404"/>
                </a:lnTo>
                <a:cubicBezTo>
                  <a:pt x="1643474" y="1735404"/>
                  <a:pt x="1742298" y="1636580"/>
                  <a:pt x="1742298" y="1514674"/>
                </a:cubicBezTo>
                <a:lnTo>
                  <a:pt x="1742298" y="631778"/>
                </a:lnTo>
                <a:cubicBezTo>
                  <a:pt x="1742298" y="509872"/>
                  <a:pt x="1643474" y="411048"/>
                  <a:pt x="1521568" y="411048"/>
                </a:cubicBezTo>
                <a:close/>
                <a:moveTo>
                  <a:pt x="360047" y="0"/>
                </a:moveTo>
                <a:lnTo>
                  <a:pt x="1800193" y="0"/>
                </a:lnTo>
                <a:cubicBezTo>
                  <a:pt x="1999041" y="0"/>
                  <a:pt x="2160240" y="161199"/>
                  <a:pt x="2160240" y="360047"/>
                </a:cubicBezTo>
                <a:lnTo>
                  <a:pt x="2160240" y="1800193"/>
                </a:lnTo>
                <a:cubicBezTo>
                  <a:pt x="2160240" y="1999041"/>
                  <a:pt x="1999041" y="2160240"/>
                  <a:pt x="1800193" y="2160240"/>
                </a:cubicBezTo>
                <a:lnTo>
                  <a:pt x="360047" y="2160240"/>
                </a:lnTo>
                <a:cubicBezTo>
                  <a:pt x="161199" y="2160240"/>
                  <a:pt x="0" y="1999041"/>
                  <a:pt x="0" y="1800193"/>
                </a:cubicBezTo>
                <a:lnTo>
                  <a:pt x="0" y="360047"/>
                </a:lnTo>
                <a:cubicBezTo>
                  <a:pt x="0" y="161199"/>
                  <a:pt x="161199" y="0"/>
                  <a:pt x="360047" y="0"/>
                </a:cubicBezTo>
                <a:close/>
              </a:path>
            </a:pathLst>
          </a:custGeom>
          <a:solidFill>
            <a:srgbClr val="0767A3">
              <a:alpha val="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任意多边形: 形状 51"/>
          <p:cNvSpPr/>
          <p:nvPr userDrawn="1"/>
        </p:nvSpPr>
        <p:spPr>
          <a:xfrm rot="18958199">
            <a:off x="10136715" y="3266146"/>
            <a:ext cx="462942" cy="462942"/>
          </a:xfrm>
          <a:custGeom>
            <a:avLst/>
            <a:gdLst>
              <a:gd name="connsiteX0" fmla="*/ 638672 w 2160240"/>
              <a:gd name="connsiteY0" fmla="*/ 411048 h 2160240"/>
              <a:gd name="connsiteX1" fmla="*/ 417942 w 2160240"/>
              <a:gd name="connsiteY1" fmla="*/ 631778 h 2160240"/>
              <a:gd name="connsiteX2" fmla="*/ 417942 w 2160240"/>
              <a:gd name="connsiteY2" fmla="*/ 1514674 h 2160240"/>
              <a:gd name="connsiteX3" fmla="*/ 638672 w 2160240"/>
              <a:gd name="connsiteY3" fmla="*/ 1735404 h 2160240"/>
              <a:gd name="connsiteX4" fmla="*/ 1521568 w 2160240"/>
              <a:gd name="connsiteY4" fmla="*/ 1735404 h 2160240"/>
              <a:gd name="connsiteX5" fmla="*/ 1742298 w 2160240"/>
              <a:gd name="connsiteY5" fmla="*/ 1514674 h 2160240"/>
              <a:gd name="connsiteX6" fmla="*/ 1742298 w 2160240"/>
              <a:gd name="connsiteY6" fmla="*/ 631778 h 2160240"/>
              <a:gd name="connsiteX7" fmla="*/ 1521568 w 2160240"/>
              <a:gd name="connsiteY7" fmla="*/ 411048 h 2160240"/>
              <a:gd name="connsiteX8" fmla="*/ 360047 w 2160240"/>
              <a:gd name="connsiteY8" fmla="*/ 0 h 2160240"/>
              <a:gd name="connsiteX9" fmla="*/ 1800193 w 2160240"/>
              <a:gd name="connsiteY9" fmla="*/ 0 h 2160240"/>
              <a:gd name="connsiteX10" fmla="*/ 2160240 w 2160240"/>
              <a:gd name="connsiteY10" fmla="*/ 360047 h 2160240"/>
              <a:gd name="connsiteX11" fmla="*/ 2160240 w 2160240"/>
              <a:gd name="connsiteY11" fmla="*/ 1800193 h 2160240"/>
              <a:gd name="connsiteX12" fmla="*/ 1800193 w 2160240"/>
              <a:gd name="connsiteY12" fmla="*/ 2160240 h 2160240"/>
              <a:gd name="connsiteX13" fmla="*/ 360047 w 2160240"/>
              <a:gd name="connsiteY13" fmla="*/ 2160240 h 2160240"/>
              <a:gd name="connsiteX14" fmla="*/ 0 w 2160240"/>
              <a:gd name="connsiteY14" fmla="*/ 1800193 h 2160240"/>
              <a:gd name="connsiteX15" fmla="*/ 0 w 2160240"/>
              <a:gd name="connsiteY15" fmla="*/ 360047 h 2160240"/>
              <a:gd name="connsiteX16" fmla="*/ 360047 w 2160240"/>
              <a:gd name="connsiteY16" fmla="*/ 0 h 21602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160240" h="2160240">
                <a:moveTo>
                  <a:pt x="638672" y="411048"/>
                </a:moveTo>
                <a:cubicBezTo>
                  <a:pt x="516766" y="411048"/>
                  <a:pt x="417942" y="509872"/>
                  <a:pt x="417942" y="631778"/>
                </a:cubicBezTo>
                <a:lnTo>
                  <a:pt x="417942" y="1514674"/>
                </a:lnTo>
                <a:cubicBezTo>
                  <a:pt x="417942" y="1636580"/>
                  <a:pt x="516766" y="1735404"/>
                  <a:pt x="638672" y="1735404"/>
                </a:cubicBezTo>
                <a:lnTo>
                  <a:pt x="1521568" y="1735404"/>
                </a:lnTo>
                <a:cubicBezTo>
                  <a:pt x="1643474" y="1735404"/>
                  <a:pt x="1742298" y="1636580"/>
                  <a:pt x="1742298" y="1514674"/>
                </a:cubicBezTo>
                <a:lnTo>
                  <a:pt x="1742298" y="631778"/>
                </a:lnTo>
                <a:cubicBezTo>
                  <a:pt x="1742298" y="509872"/>
                  <a:pt x="1643474" y="411048"/>
                  <a:pt x="1521568" y="411048"/>
                </a:cubicBezTo>
                <a:close/>
                <a:moveTo>
                  <a:pt x="360047" y="0"/>
                </a:moveTo>
                <a:lnTo>
                  <a:pt x="1800193" y="0"/>
                </a:lnTo>
                <a:cubicBezTo>
                  <a:pt x="1999041" y="0"/>
                  <a:pt x="2160240" y="161199"/>
                  <a:pt x="2160240" y="360047"/>
                </a:cubicBezTo>
                <a:lnTo>
                  <a:pt x="2160240" y="1800193"/>
                </a:lnTo>
                <a:cubicBezTo>
                  <a:pt x="2160240" y="1999041"/>
                  <a:pt x="1999041" y="2160240"/>
                  <a:pt x="1800193" y="2160240"/>
                </a:cubicBezTo>
                <a:lnTo>
                  <a:pt x="360047" y="2160240"/>
                </a:lnTo>
                <a:cubicBezTo>
                  <a:pt x="161199" y="2160240"/>
                  <a:pt x="0" y="1999041"/>
                  <a:pt x="0" y="1800193"/>
                </a:cubicBezTo>
                <a:lnTo>
                  <a:pt x="0" y="360047"/>
                </a:lnTo>
                <a:cubicBezTo>
                  <a:pt x="0" y="161199"/>
                  <a:pt x="161199" y="0"/>
                  <a:pt x="360047" y="0"/>
                </a:cubicBezTo>
                <a:close/>
              </a:path>
            </a:pathLst>
          </a:custGeom>
          <a:solidFill>
            <a:srgbClr val="FFC000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8" name="文本框 1"/>
          <p:cNvSpPr txBox="1"/>
          <p:nvPr userDrawn="1"/>
        </p:nvSpPr>
        <p:spPr>
          <a:xfrm>
            <a:off x="3907790" y="2265045"/>
            <a:ext cx="503745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7200" b="1" dirty="0">
                <a:solidFill>
                  <a:srgbClr val="06619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Thank You!</a:t>
            </a:r>
            <a:endParaRPr lang="en-US" altLang="zh-CN" sz="7200" b="1" dirty="0">
              <a:solidFill>
                <a:srgbClr val="066197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89" name="直接连接符 88"/>
          <p:cNvCxnSpPr/>
          <p:nvPr userDrawn="1"/>
        </p:nvCxnSpPr>
        <p:spPr>
          <a:xfrm>
            <a:off x="3900805" y="3392170"/>
            <a:ext cx="5051425" cy="0"/>
          </a:xfrm>
          <a:prstGeom prst="line">
            <a:avLst/>
          </a:prstGeom>
          <a:ln>
            <a:solidFill>
              <a:srgbClr val="53535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90" name="文本框 6"/>
          <p:cNvSpPr txBox="1"/>
          <p:nvPr userDrawn="1"/>
        </p:nvSpPr>
        <p:spPr>
          <a:xfrm>
            <a:off x="4038600" y="3468370"/>
            <a:ext cx="477583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60045" algn="dist" eaLnBrk="1" latinLnBrk="0" hangingPunct="1"/>
            <a:r>
              <a:rPr lang="zh-CN" altLang="en-US" sz="3200">
                <a:solidFill>
                  <a:schemeClr val="accent4">
                    <a:lumMod val="50000"/>
                  </a:schemeClr>
                </a:solidFill>
                <a:latin typeface="字魂73号-江南手书" panose="00000500000000000000" charset="-122"/>
                <a:ea typeface="字魂73号-江南手书" panose="00000500000000000000" charset="-122"/>
                <a:cs typeface="字魂73号-江南手书" panose="00000500000000000000" charset="-122"/>
              </a:rPr>
              <a:t>力学笃行  志存高远</a:t>
            </a:r>
            <a:endParaRPr lang="zh-CN" altLang="en-US" sz="3200">
              <a:solidFill>
                <a:schemeClr val="accent4">
                  <a:lumMod val="50000"/>
                </a:schemeClr>
              </a:solidFill>
              <a:latin typeface="字魂73号-江南手书" panose="00000500000000000000" charset="-122"/>
              <a:ea typeface="字魂73号-江南手书" panose="00000500000000000000" charset="-122"/>
              <a:cs typeface="字魂73号-江南手书" panose="00000500000000000000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33729" y="4375800"/>
            <a:ext cx="2857143" cy="141904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816072" y="4410145"/>
            <a:ext cx="2857143" cy="1419048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792013" y="4278768"/>
            <a:ext cx="2857143" cy="141904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165679" y="4238224"/>
            <a:ext cx="2857143" cy="1419048"/>
          </a:xfrm>
          <a:prstGeom prst="rect">
            <a:avLst/>
          </a:prstGeom>
        </p:spPr>
      </p:pic>
      <p:pic>
        <p:nvPicPr>
          <p:cNvPr id="92" name="图片 9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766302" y="1013956"/>
            <a:ext cx="2857143" cy="1419048"/>
          </a:xfrm>
          <a:prstGeom prst="rect">
            <a:avLst/>
          </a:prstGeom>
        </p:spPr>
      </p:pic>
      <p:pic>
        <p:nvPicPr>
          <p:cNvPr id="94" name="图片 93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17069" y="1173658"/>
            <a:ext cx="2857143" cy="1419048"/>
          </a:xfrm>
          <a:prstGeom prst="rect">
            <a:avLst/>
          </a:prstGeom>
        </p:spPr>
      </p:pic>
      <p:pic>
        <p:nvPicPr>
          <p:cNvPr id="128" name="图片 12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877818" y="1024383"/>
            <a:ext cx="2857143" cy="1419048"/>
          </a:xfrm>
          <a:prstGeom prst="rect">
            <a:avLst/>
          </a:prstGeom>
        </p:spPr>
      </p:pic>
      <p:pic>
        <p:nvPicPr>
          <p:cNvPr id="130" name="图片 12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957292" y="995663"/>
            <a:ext cx="2857143" cy="141904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F82D2-7A68-459D-A996-9BDDA2518FA4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1EE5D-26FB-46D5-A381-ECFB35BF1D3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84039" y="6703595"/>
            <a:ext cx="2893219" cy="38507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65">
                <a:solidFill>
                  <a:schemeClr val="tx1">
                    <a:tint val="75000"/>
                  </a:schemeClr>
                </a:solidFill>
                <a:latin typeface="印品黑体" panose="00000500000000000000" pitchFamily="2" charset="-122"/>
              </a:defRPr>
            </a:lvl1pPr>
          </a:lstStyle>
          <a:p>
            <a:fld id="{32BF82D2-7A68-459D-A996-9BDDA2518FA4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259461" y="6703595"/>
            <a:ext cx="4339828" cy="38507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65">
                <a:solidFill>
                  <a:schemeClr val="tx1">
                    <a:tint val="75000"/>
                  </a:schemeClr>
                </a:solidFill>
                <a:latin typeface="印品黑体" panose="00000500000000000000" pitchFamily="2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081492" y="6703595"/>
            <a:ext cx="2893219" cy="38507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65">
                <a:solidFill>
                  <a:schemeClr val="tx1">
                    <a:tint val="75000"/>
                  </a:schemeClr>
                </a:solidFill>
                <a:latin typeface="印品黑体" panose="00000500000000000000" pitchFamily="2" charset="-122"/>
              </a:defRPr>
            </a:lvl1pPr>
          </a:lstStyle>
          <a:p>
            <a:fld id="{3E01EE5D-26FB-46D5-A381-ECFB35BF1D34}" type="slidenum">
              <a:rPr lang="zh-CN" altLang="en-US" smtClean="0"/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 algn="l" defTabSz="964565" rtl="0" eaLnBrk="1" latinLnBrk="0" hangingPunct="1">
        <a:lnSpc>
          <a:spcPct val="90000"/>
        </a:lnSpc>
        <a:spcBef>
          <a:spcPct val="0"/>
        </a:spcBef>
        <a:buNone/>
        <a:defRPr sz="4640" kern="1200">
          <a:solidFill>
            <a:schemeClr val="tx1"/>
          </a:solidFill>
          <a:latin typeface="印品黑体" panose="00000500000000000000" pitchFamily="2" charset="-122"/>
          <a:ea typeface="+mj-ea"/>
          <a:cs typeface="+mj-cs"/>
        </a:defRPr>
      </a:lvl1pPr>
    </p:titleStyle>
    <p:bodyStyle>
      <a:lvl1pPr marL="241300" indent="-241300" algn="l" defTabSz="964565" rtl="0" eaLnBrk="1" latinLnBrk="0" hangingPunct="1">
        <a:lnSpc>
          <a:spcPct val="90000"/>
        </a:lnSpc>
        <a:spcBef>
          <a:spcPts val="1055"/>
        </a:spcBef>
        <a:buFont typeface="Arial" panose="020B0604020202020204" pitchFamily="34" charset="0"/>
        <a:buChar char="•"/>
        <a:defRPr sz="2955" kern="1200">
          <a:solidFill>
            <a:schemeClr val="tx1"/>
          </a:solidFill>
          <a:latin typeface="印品黑体" panose="00000500000000000000" pitchFamily="2" charset="-122"/>
          <a:ea typeface="+mn-ea"/>
          <a:cs typeface="+mn-cs"/>
        </a:defRPr>
      </a:lvl1pPr>
      <a:lvl2pPr marL="723265" indent="-241300" algn="l" defTabSz="964565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2530" kern="1200">
          <a:solidFill>
            <a:schemeClr val="tx1"/>
          </a:solidFill>
          <a:latin typeface="印品黑体" panose="00000500000000000000" pitchFamily="2" charset="-122"/>
          <a:ea typeface="+mn-ea"/>
          <a:cs typeface="+mn-cs"/>
        </a:defRPr>
      </a:lvl2pPr>
      <a:lvl3pPr marL="1205230" indent="-241300" algn="l" defTabSz="964565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2110" kern="1200">
          <a:solidFill>
            <a:schemeClr val="tx1"/>
          </a:solidFill>
          <a:latin typeface="印品黑体" panose="00000500000000000000" pitchFamily="2" charset="-122"/>
          <a:ea typeface="+mn-ea"/>
          <a:cs typeface="+mn-cs"/>
        </a:defRPr>
      </a:lvl3pPr>
      <a:lvl4pPr marL="1687830" indent="-241300" algn="l" defTabSz="964565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印品黑体" panose="00000500000000000000" pitchFamily="2" charset="-122"/>
          <a:ea typeface="+mn-ea"/>
          <a:cs typeface="+mn-cs"/>
        </a:defRPr>
      </a:lvl4pPr>
      <a:lvl5pPr marL="2169795" indent="-241300" algn="l" defTabSz="964565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印品黑体" panose="00000500000000000000" pitchFamily="2" charset="-122"/>
          <a:ea typeface="+mn-ea"/>
          <a:cs typeface="+mn-cs"/>
        </a:defRPr>
      </a:lvl5pPr>
      <a:lvl6pPr marL="2651760" indent="-241300" algn="l" defTabSz="964565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3134360" indent="-241300" algn="l" defTabSz="964565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616325" indent="-241300" algn="l" defTabSz="964565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4098290" indent="-241300" algn="l" defTabSz="964565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645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1pPr>
      <a:lvl2pPr marL="481965" algn="l" defTabSz="9645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2pPr>
      <a:lvl3pPr marL="964565" algn="l" defTabSz="9645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3pPr>
      <a:lvl4pPr marL="1446530" algn="l" defTabSz="9645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928495" algn="l" defTabSz="9645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411095" algn="l" defTabSz="9645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2893060" algn="l" defTabSz="9645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375025" algn="l" defTabSz="9645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856990" algn="l" defTabSz="9645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2684959" y="1498476"/>
            <a:ext cx="760603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5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累加</a:t>
            </a:r>
            <a:r>
              <a:rPr lang="zh-CN" altLang="en-US" sz="5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累乘</a:t>
            </a:r>
            <a:endParaRPr lang="zh-CN" altLang="en-US" sz="5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6" name="TextBox 7"/>
          <p:cNvSpPr txBox="1"/>
          <p:nvPr/>
        </p:nvSpPr>
        <p:spPr>
          <a:xfrm>
            <a:off x="4125119" y="3400926"/>
            <a:ext cx="4968552" cy="52197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周磊</a:t>
            </a:r>
            <a:endParaRPr lang="zh-CN" altLang="en-US" sz="2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81103" y="5272509"/>
            <a:ext cx="5582514" cy="10801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/>
        </p:nvSpPr>
        <p:spPr>
          <a:xfrm>
            <a:off x="710881" y="1646134"/>
            <a:ext cx="10749598" cy="4462058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lang="zh-CN" altLang="en-US" sz="1400" b="0" i="0" kern="1200" dirty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zh-CN" dirty="0"/>
          </a:p>
        </p:txBody>
      </p:sp>
      <p:sp>
        <p:nvSpPr>
          <p:cNvPr id="3" name="标题 2"/>
          <p:cNvSpPr>
            <a:spLocks noGrp="1"/>
          </p:cNvSpPr>
          <p:nvPr/>
        </p:nvSpPr>
        <p:spPr>
          <a:xfrm>
            <a:off x="883823" y="201777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zh-CN" altLang="en-US" dirty="0"/>
              <a:t>限时</a:t>
            </a:r>
            <a:r>
              <a:rPr kumimoji="1" lang="zh-CN" altLang="en-US" dirty="0"/>
              <a:t>练习</a:t>
            </a:r>
            <a:endParaRPr kumimoji="1" lang="zh-CN" altLang="en-US" dirty="0"/>
          </a:p>
        </p:txBody>
      </p:sp>
      <p:sp>
        <p:nvSpPr>
          <p:cNvPr id="4" name="文本占位符 3"/>
          <p:cNvSpPr>
            <a:spLocks noGrp="1"/>
          </p:cNvSpPr>
          <p:nvPr/>
        </p:nvSpPr>
        <p:spPr>
          <a:xfrm>
            <a:off x="884869" y="855626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lang="zh-CN" altLang="en-US" sz="18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kumimoji="1" lang="zh-CN" altLang="en-US" dirty="0">
              <a:solidFill>
                <a:srgbClr val="FF0000"/>
              </a:solidFill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9" name="矩形 8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新授 总结与合作探究  作业  </a:t>
            </a:r>
            <a:r>
              <a:rPr lang="zh-CN" altLang="en-US" sz="2000" b="1" dirty="0">
                <a:solidFill>
                  <a:srgbClr val="FFFFFF"/>
                </a:solidFill>
              </a:rPr>
              <a:t>限时检测</a:t>
            </a:r>
            <a:endParaRPr lang="zh-CN" altLang="en-US" sz="2000" b="1" dirty="0">
              <a:solidFill>
                <a:srgbClr val="FFFFFF"/>
              </a:solidFill>
            </a:endParaRPr>
          </a:p>
        </p:txBody>
      </p:sp>
      <p:sp>
        <p:nvSpPr>
          <p:cNvPr id="2" name="箭头: 上 1"/>
          <p:cNvSpPr/>
          <p:nvPr/>
        </p:nvSpPr>
        <p:spPr>
          <a:xfrm>
            <a:off x="6717407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461135" y="1372870"/>
            <a:ext cx="9785350" cy="3248025"/>
          </a:xfrm>
          <a:prstGeom prst="rect">
            <a:avLst/>
          </a:prstGeom>
        </p:spPr>
        <p:txBody>
          <a:bodyPr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zh-CN" altLang="en-US" sz="4000">
                <a:latin typeface="Arial" panose="020B0604020202020204" pitchFamily="34" charset="0"/>
                <a:ea typeface="微软雅黑" panose="020B0503020204020204" pitchFamily="34" charset="-122"/>
              </a:rPr>
              <a:t>输出以下</a:t>
            </a:r>
            <a:r>
              <a:rPr lang="zh-CN" altLang="en-US" sz="4000">
                <a:latin typeface="Arial" panose="020B0604020202020204" pitchFamily="34" charset="0"/>
                <a:ea typeface="微软雅黑" panose="020B0503020204020204" pitchFamily="34" charset="-122"/>
              </a:rPr>
              <a:t>图形：</a:t>
            </a:r>
            <a:endParaRPr lang="zh-CN" altLang="en-US" sz="400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algn="l"/>
            <a:r>
              <a:rPr lang="en-US" altLang="zh-CN" sz="4000">
                <a:latin typeface="Arial" panose="020B0604020202020204" pitchFamily="34" charset="0"/>
                <a:ea typeface="微软雅黑" panose="020B0503020204020204" pitchFamily="34" charset="-122"/>
              </a:rPr>
              <a:t>1.*</a:t>
            </a:r>
            <a:endParaRPr lang="zh-CN" altLang="en-US" sz="400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algn="l"/>
            <a:r>
              <a:rPr lang="en-US" altLang="zh-CN" sz="4000">
                <a:latin typeface="Arial" panose="020B0604020202020204" pitchFamily="34" charset="0"/>
                <a:ea typeface="微软雅黑" panose="020B0503020204020204" pitchFamily="34" charset="-122"/>
              </a:rPr>
              <a:t>2.********(100</a:t>
            </a:r>
            <a:r>
              <a:rPr lang="zh-CN" altLang="en-US" sz="4000">
                <a:latin typeface="Arial" panose="020B0604020202020204" pitchFamily="34" charset="0"/>
                <a:ea typeface="微软雅黑" panose="020B0503020204020204" pitchFamily="34" charset="-122"/>
              </a:rPr>
              <a:t>个</a:t>
            </a:r>
            <a:r>
              <a:rPr lang="en-US" altLang="zh-CN" sz="4000">
                <a:latin typeface="Arial" panose="020B0604020202020204" pitchFamily="34" charset="0"/>
                <a:ea typeface="微软雅黑" panose="020B0503020204020204" pitchFamily="34" charset="-122"/>
              </a:rPr>
              <a:t>)</a:t>
            </a:r>
            <a:endParaRPr lang="en-US" altLang="zh-CN" sz="400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algn="l"/>
            <a:r>
              <a:rPr lang="en-US" altLang="zh-CN" sz="4000">
                <a:latin typeface="Arial" panose="020B0604020202020204" pitchFamily="34" charset="0"/>
                <a:ea typeface="微软雅黑" panose="020B0503020204020204" pitchFamily="34" charset="-122"/>
              </a:rPr>
              <a:t>3.</a:t>
            </a:r>
            <a:endParaRPr lang="en-US" altLang="zh-CN" sz="400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algn="l"/>
            <a:r>
              <a:rPr lang="en-US" altLang="zh-CN" sz="4000">
                <a:latin typeface="Arial" panose="020B0604020202020204" pitchFamily="34" charset="0"/>
                <a:ea typeface="微软雅黑" panose="020B0503020204020204" pitchFamily="34" charset="-122"/>
              </a:rPr>
              <a:t>    *****</a:t>
            </a:r>
            <a:endParaRPr lang="en-US" altLang="zh-CN" sz="400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algn="l"/>
            <a:r>
              <a:rPr lang="en-US" altLang="zh-CN" sz="4000">
                <a:latin typeface="Arial" panose="020B0604020202020204" pitchFamily="34" charset="0"/>
                <a:ea typeface="微软雅黑" panose="020B0503020204020204" pitchFamily="34" charset="-122"/>
              </a:rPr>
              <a:t>    </a:t>
            </a:r>
            <a:r>
              <a:rPr lang="en-US" altLang="zh-CN" sz="4000"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*****</a:t>
            </a:r>
            <a:endParaRPr lang="en-US" altLang="zh-CN" sz="4000">
              <a:latin typeface="Arial" panose="020B0604020202020204" pitchFamily="34" charset="0"/>
              <a:ea typeface="微软雅黑" panose="020B0503020204020204" pitchFamily="34" charset="-122"/>
              <a:sym typeface="+mn-ea"/>
            </a:endParaRPr>
          </a:p>
          <a:p>
            <a:pPr algn="l"/>
            <a:r>
              <a:rPr lang="en-US" altLang="zh-CN" sz="4000"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    *****</a:t>
            </a:r>
            <a:endParaRPr lang="en-US" altLang="zh-CN" sz="400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algn="l"/>
            <a:endParaRPr lang="en-US" altLang="zh-CN" sz="400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algn="l"/>
            <a:endParaRPr lang="en-US" altLang="zh-CN" sz="400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/>
        </p:nvSpPr>
        <p:spPr>
          <a:xfrm>
            <a:off x="710881" y="1646134"/>
            <a:ext cx="10749598" cy="4462058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lang="zh-CN" altLang="en-US" sz="1400" b="0" i="0" kern="1200" dirty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zh-CN" dirty="0"/>
          </a:p>
        </p:txBody>
      </p:sp>
      <p:sp>
        <p:nvSpPr>
          <p:cNvPr id="3" name="标题 2"/>
          <p:cNvSpPr>
            <a:spLocks noGrp="1"/>
          </p:cNvSpPr>
          <p:nvPr/>
        </p:nvSpPr>
        <p:spPr>
          <a:xfrm>
            <a:off x="883823" y="201777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zh-CN" altLang="en-US" dirty="0"/>
              <a:t>限时</a:t>
            </a:r>
            <a:r>
              <a:rPr kumimoji="1" lang="zh-CN" altLang="en-US" dirty="0"/>
              <a:t>练习</a:t>
            </a:r>
            <a:endParaRPr kumimoji="1" lang="zh-CN" altLang="en-US" dirty="0"/>
          </a:p>
        </p:txBody>
      </p:sp>
      <p:sp>
        <p:nvSpPr>
          <p:cNvPr id="4" name="文本占位符 3"/>
          <p:cNvSpPr>
            <a:spLocks noGrp="1"/>
          </p:cNvSpPr>
          <p:nvPr/>
        </p:nvSpPr>
        <p:spPr>
          <a:xfrm>
            <a:off x="884869" y="855626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lang="zh-CN" altLang="en-US" sz="18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kumimoji="1" lang="zh-CN" altLang="en-US" dirty="0">
              <a:solidFill>
                <a:srgbClr val="FF0000"/>
              </a:solidFill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9" name="矩形 8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新授 总结与合作探究  作业  </a:t>
            </a:r>
            <a:r>
              <a:rPr lang="zh-CN" altLang="en-US" sz="2000" b="1" dirty="0">
                <a:solidFill>
                  <a:srgbClr val="FFFFFF"/>
                </a:solidFill>
              </a:rPr>
              <a:t>限时检测</a:t>
            </a:r>
            <a:endParaRPr lang="zh-CN" altLang="en-US" sz="2000" b="1" dirty="0">
              <a:solidFill>
                <a:srgbClr val="FFFFFF"/>
              </a:solidFill>
            </a:endParaRPr>
          </a:p>
        </p:txBody>
      </p:sp>
      <p:sp>
        <p:nvSpPr>
          <p:cNvPr id="2" name="箭头: 上 1"/>
          <p:cNvSpPr/>
          <p:nvPr/>
        </p:nvSpPr>
        <p:spPr>
          <a:xfrm>
            <a:off x="6717407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461135" y="1372870"/>
            <a:ext cx="9785350" cy="3248025"/>
          </a:xfrm>
          <a:prstGeom prst="rect">
            <a:avLst/>
          </a:prstGeom>
        </p:spPr>
        <p:txBody>
          <a:bodyPr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zh-CN" altLang="en-US" sz="4000">
                <a:latin typeface="Arial" panose="020B0604020202020204" pitchFamily="34" charset="0"/>
                <a:ea typeface="微软雅黑" panose="020B0503020204020204" pitchFamily="34" charset="-122"/>
              </a:rPr>
              <a:t>输出以下</a:t>
            </a:r>
            <a:r>
              <a:rPr lang="zh-CN" altLang="en-US" sz="4000">
                <a:latin typeface="Arial" panose="020B0604020202020204" pitchFamily="34" charset="0"/>
                <a:ea typeface="微软雅黑" panose="020B0503020204020204" pitchFamily="34" charset="-122"/>
              </a:rPr>
              <a:t>图形</a:t>
            </a:r>
            <a:endParaRPr lang="zh-CN" altLang="en-US" sz="400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algn="l"/>
            <a:r>
              <a:rPr lang="en-US" altLang="zh-CN" sz="4000">
                <a:latin typeface="Arial" panose="020B0604020202020204" pitchFamily="34" charset="0"/>
                <a:ea typeface="微软雅黑" panose="020B0503020204020204" pitchFamily="34" charset="-122"/>
              </a:rPr>
              <a:t>1.                                </a:t>
            </a:r>
            <a:endParaRPr lang="en-US" altLang="zh-CN" sz="400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algn="l"/>
            <a:r>
              <a:rPr lang="en-US" altLang="zh-CN" sz="4000">
                <a:latin typeface="Arial" panose="020B0604020202020204" pitchFamily="34" charset="0"/>
                <a:ea typeface="微软雅黑" panose="020B0503020204020204" pitchFamily="34" charset="-122"/>
              </a:rPr>
              <a:t> *</a:t>
            </a:r>
            <a:endParaRPr lang="en-US" altLang="zh-CN" sz="400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algn="l"/>
            <a:r>
              <a:rPr lang="en-US" altLang="zh-CN" sz="4000">
                <a:latin typeface="Arial" panose="020B0604020202020204" pitchFamily="34" charset="0"/>
                <a:ea typeface="微软雅黑" panose="020B0503020204020204" pitchFamily="34" charset="-122"/>
              </a:rPr>
              <a:t> **</a:t>
            </a:r>
            <a:endParaRPr lang="en-US" altLang="zh-CN" sz="400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algn="l"/>
            <a:r>
              <a:rPr lang="en-US" altLang="zh-CN" sz="4000">
                <a:latin typeface="Arial" panose="020B0604020202020204" pitchFamily="34" charset="0"/>
                <a:ea typeface="微软雅黑" panose="020B0503020204020204" pitchFamily="34" charset="-122"/>
              </a:rPr>
              <a:t> ***</a:t>
            </a:r>
            <a:endParaRPr lang="zh-CN" altLang="en-US" sz="400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algn="l"/>
            <a:r>
              <a:rPr lang="en-US" altLang="zh-CN" sz="4000">
                <a:latin typeface="Arial" panose="020B0604020202020204" pitchFamily="34" charset="0"/>
                <a:ea typeface="微软雅黑" panose="020B0503020204020204" pitchFamily="34" charset="-122"/>
              </a:rPr>
              <a:t>2.   *</a:t>
            </a:r>
            <a:endParaRPr lang="en-US" altLang="zh-CN" sz="400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algn="l"/>
            <a:r>
              <a:rPr lang="en-US" altLang="zh-CN" sz="4000">
                <a:latin typeface="Arial" panose="020B0604020202020204" pitchFamily="34" charset="0"/>
                <a:ea typeface="微软雅黑" panose="020B0503020204020204" pitchFamily="34" charset="-122"/>
              </a:rPr>
              <a:t>    * *</a:t>
            </a:r>
            <a:endParaRPr lang="en-US" altLang="zh-CN" sz="400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algn="l"/>
            <a:r>
              <a:rPr lang="en-US" altLang="zh-CN" sz="4000">
                <a:latin typeface="Arial" panose="020B0604020202020204" pitchFamily="34" charset="0"/>
                <a:ea typeface="微软雅黑" panose="020B0503020204020204" pitchFamily="34" charset="-122"/>
              </a:rPr>
              <a:t>*  *  *</a:t>
            </a:r>
            <a:endParaRPr lang="en-US" altLang="zh-CN" sz="400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/>
        </p:nvSpPr>
        <p:spPr>
          <a:xfrm>
            <a:off x="710881" y="1646134"/>
            <a:ext cx="10749598" cy="4462058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lang="zh-CN" altLang="en-US" sz="1400" b="0" i="0" kern="1200" dirty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zh-CN" dirty="0"/>
          </a:p>
        </p:txBody>
      </p:sp>
      <p:sp>
        <p:nvSpPr>
          <p:cNvPr id="3" name="标题 2"/>
          <p:cNvSpPr>
            <a:spLocks noGrp="1"/>
          </p:cNvSpPr>
          <p:nvPr/>
        </p:nvSpPr>
        <p:spPr>
          <a:xfrm>
            <a:off x="883823" y="201777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zh-CN" altLang="en-US" dirty="0"/>
              <a:t>限时</a:t>
            </a:r>
            <a:r>
              <a:rPr kumimoji="1" lang="zh-CN" altLang="en-US" dirty="0"/>
              <a:t>练习</a:t>
            </a:r>
            <a:endParaRPr kumimoji="1" lang="zh-CN" altLang="en-US" dirty="0"/>
          </a:p>
        </p:txBody>
      </p:sp>
      <p:sp>
        <p:nvSpPr>
          <p:cNvPr id="4" name="文本占位符 3"/>
          <p:cNvSpPr>
            <a:spLocks noGrp="1"/>
          </p:cNvSpPr>
          <p:nvPr/>
        </p:nvSpPr>
        <p:spPr>
          <a:xfrm>
            <a:off x="884869" y="855626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lang="zh-CN" altLang="en-US" sz="18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kumimoji="1" lang="zh-CN" altLang="en-US" dirty="0">
              <a:solidFill>
                <a:srgbClr val="FF0000"/>
              </a:solidFill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9" name="矩形 8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新授 总结与合作探究  作业  </a:t>
            </a:r>
            <a:r>
              <a:rPr lang="zh-CN" altLang="en-US" sz="2000" b="1" dirty="0">
                <a:solidFill>
                  <a:srgbClr val="FFFFFF"/>
                </a:solidFill>
              </a:rPr>
              <a:t>限时检测</a:t>
            </a:r>
            <a:endParaRPr lang="zh-CN" altLang="en-US" sz="2000" b="1" dirty="0">
              <a:solidFill>
                <a:srgbClr val="FFFFFF"/>
              </a:solidFill>
            </a:endParaRPr>
          </a:p>
        </p:txBody>
      </p:sp>
      <p:sp>
        <p:nvSpPr>
          <p:cNvPr id="2" name="箭头: 上 1"/>
          <p:cNvSpPr/>
          <p:nvPr/>
        </p:nvSpPr>
        <p:spPr>
          <a:xfrm>
            <a:off x="6717407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461135" y="1023620"/>
            <a:ext cx="9785350" cy="3248025"/>
          </a:xfrm>
          <a:prstGeom prst="rect">
            <a:avLst/>
          </a:prstGeom>
        </p:spPr>
        <p:txBody>
          <a:bodyPr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en-US" altLang="zh-CN" sz="3600">
                <a:latin typeface="Arial" panose="020B0604020202020204" pitchFamily="34" charset="0"/>
                <a:ea typeface="微软雅黑" panose="020B0503020204020204" pitchFamily="34" charset="-122"/>
              </a:rPr>
              <a:t>3.   </a:t>
            </a:r>
            <a:endParaRPr lang="en-US" altLang="zh-CN" sz="360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algn="l"/>
            <a:r>
              <a:rPr lang="en-US" altLang="zh-CN" sz="3600">
                <a:latin typeface="Arial" panose="020B0604020202020204" pitchFamily="34" charset="0"/>
                <a:ea typeface="微软雅黑" panose="020B0503020204020204" pitchFamily="34" charset="-122"/>
              </a:rPr>
              <a:t>      *</a:t>
            </a:r>
            <a:endParaRPr lang="en-US" altLang="zh-CN" sz="360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algn="l"/>
            <a:r>
              <a:rPr lang="en-US" altLang="zh-CN" sz="3600">
                <a:latin typeface="Arial" panose="020B0604020202020204" pitchFamily="34" charset="0"/>
                <a:ea typeface="微软雅黑" panose="020B0503020204020204" pitchFamily="34" charset="-122"/>
              </a:rPr>
              <a:t>   *  *  *</a:t>
            </a:r>
            <a:endParaRPr lang="en-US" altLang="zh-CN" sz="360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algn="l"/>
            <a:r>
              <a:rPr lang="en-US" altLang="zh-CN" sz="3600">
                <a:latin typeface="Arial" panose="020B0604020202020204" pitchFamily="34" charset="0"/>
                <a:ea typeface="微软雅黑" panose="020B0503020204020204" pitchFamily="34" charset="-122"/>
              </a:rPr>
              <a:t>*  *  *  *  *                           </a:t>
            </a:r>
            <a:endParaRPr lang="en-US" altLang="zh-CN" sz="360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algn="l"/>
            <a:r>
              <a:rPr lang="en-US" altLang="zh-CN" sz="3600">
                <a:latin typeface="Arial" panose="020B0604020202020204" pitchFamily="34" charset="0"/>
                <a:ea typeface="微软雅黑" panose="020B0503020204020204" pitchFamily="34" charset="-122"/>
              </a:rPr>
              <a:t>4.   </a:t>
            </a:r>
            <a:endParaRPr lang="en-US" altLang="zh-CN" sz="360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algn="l"/>
            <a:r>
              <a:rPr lang="en-US" altLang="zh-CN" sz="3600">
                <a:latin typeface="Arial" panose="020B0604020202020204" pitchFamily="34" charset="0"/>
                <a:ea typeface="微软雅黑" panose="020B0503020204020204" pitchFamily="34" charset="-122"/>
              </a:rPr>
              <a:t>       *</a:t>
            </a:r>
            <a:endParaRPr lang="en-US" altLang="zh-CN" sz="360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algn="l"/>
            <a:r>
              <a:rPr lang="en-US" altLang="zh-CN" sz="3600">
                <a:latin typeface="Arial" panose="020B0604020202020204" pitchFamily="34" charset="0"/>
                <a:ea typeface="微软雅黑" panose="020B0503020204020204" pitchFamily="34" charset="-122"/>
              </a:rPr>
              <a:t>     * * *</a:t>
            </a:r>
            <a:endParaRPr lang="en-US" altLang="zh-CN" sz="360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algn="l"/>
            <a:r>
              <a:rPr lang="en-US" altLang="zh-CN" sz="3600">
                <a:latin typeface="Arial" panose="020B0604020202020204" pitchFamily="34" charset="0"/>
                <a:ea typeface="微软雅黑" panose="020B0503020204020204" pitchFamily="34" charset="-122"/>
              </a:rPr>
              <a:t>   * * * * *</a:t>
            </a:r>
            <a:endParaRPr lang="en-US" altLang="zh-CN" sz="360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algn="l"/>
            <a:r>
              <a:rPr lang="en-US" altLang="zh-CN" sz="3600">
                <a:latin typeface="Arial" panose="020B0604020202020204" pitchFamily="34" charset="0"/>
                <a:ea typeface="微软雅黑" panose="020B0503020204020204" pitchFamily="34" charset="-122"/>
              </a:rPr>
              <a:t>     * * *</a:t>
            </a:r>
            <a:endParaRPr lang="en-US" altLang="zh-CN" sz="360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algn="l"/>
            <a:r>
              <a:rPr lang="en-US" altLang="zh-CN" sz="3600">
                <a:latin typeface="Arial" panose="020B0604020202020204" pitchFamily="34" charset="0"/>
                <a:ea typeface="微软雅黑" panose="020B0503020204020204" pitchFamily="34" charset="-122"/>
              </a:rPr>
              <a:t>        *</a:t>
            </a:r>
            <a:endParaRPr lang="en-US" altLang="zh-CN" sz="360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</p:sld>
</file>

<file path=ppt/tags/tag1.xml><?xml version="1.0" encoding="utf-8"?>
<p:tagLst xmlns:p="http://schemas.openxmlformats.org/presentationml/2006/main">
  <p:tag name="ISPRING_ULTRA_SCORM_COURSE_ID" val="9E7965BD-BA7C-4284-B303-3DF26FF20985"/>
  <p:tag name="ISPRING_SCORM_RATE_SLIDES" val="1"/>
  <p:tag name="ISPRINGONLINEFOLDERID" val="0"/>
  <p:tag name="ISPRINGONLINEFOLDERPATH" val="Content List"/>
  <p:tag name="ISPRINGCLOUDFOLDERID" val="0"/>
  <p:tag name="ISPRINGCLOUDFOLDERPATH" val="Repository"/>
  <p:tag name="ISPRING_PLAYERS_CUSTOMIZATION" val="UEsDBBQAAgAIAEOUV0cNwDEewAEAANoDAAAPAAAAbm9uZS9wbGF5ZXIueG1spZJPb9QwEMXPW6nfIfK9dpYKUa0cekDKiaJKC4jbyptME1PHDp4Ju/vtmfzZpFuQQOKQaPIy72fPs/X9sXHJT4hog8/EWqYiAV+E0voqE18+5zd34v799ZVunTlBTGyZCR88iKQELKJtiX2PhupMvBAkQ0XCL4+bI9pM1ETtRqnD4SAPtzLESr1J07X69vBxW9TQmBvrkYwvmLvs5VYkbbQhWjpl4l0qrq9WA/ICZ5F7fIXBdf3KKIvQqDYCgieIatz2bN3Q3838NMErOrWAgkdfDbPvTfH8EMrOAfbaSo9tWyDqCYO20rSx6zufYCwyMTbsGkA0FaB0vhJq9Ko/mPWTM1hPHLzA9ty22zuLNYsjfejeLerubBmyVxNHXYJ0M0wwnGLeOZeDoS5CKZIIPzrLVd5jv85HkK7FuJzn7h0+Wy/xULDGVW4KCvH0gR18JFOUco5ejtHLwdTbh+ITF49TnNsFMgezhKBratzbf86j7/6fOEp4Mp0jcV7B+hKOueW/BA2PQsAz9pqk1sl+tTOVd9ftmxdX40Iadzdl8R1FQiZWwNewNGTUos8w9Zqm1fg5JTTHotXv91JPRC5/AVBLAQIAABQAAgAIAEOUV0cNwDEewAEAANoDAAAPAAAAAAAAAAEAAAAAAAAAAABub25lL3BsYXllci54bWxQSwUGAAAAAAEAAQA9AAAA7QEAAAAA"/>
  <p:tag name="ISPRING_OUTPUT_FOLDER" val="C:\Users\Administrator\Desktop"/>
  <p:tag name="ISPRING_UUID" val="{C1A8F295-47DC-48FB-81BD-666766343352}"/>
  <p:tag name="ISPRING_RESOURCE_FOLDER" val="E:\素材\正版图-卖\PPT\0变色龙\0包图网\bt369\ppt\bt369\"/>
  <p:tag name="ISPRING_PRESENTATION_PATH" val="E:\素材\正版图-卖\PPT\0变色龙\0包图网\bt369\ppt\bt369.pptx"/>
  <p:tag name="ISPRING_PROJECT_FOLDER_UPDATED" val="1"/>
  <p:tag name="ISPRING_SCREEN_RECS_UPDATED" val="E:\素材\正版图-卖\PPT\0变色龙\0包图网\bt369\ppt\bt369"/>
  <p:tag name="ISPRING_SCORM_ENDPOINT" val="&lt;endpoint&gt;&lt;enable&gt;0&lt;/enable&gt;&lt;lrs&gt;http://&lt;/lrs&gt;&lt;auth&gt;0&lt;/auth&gt;&lt;login&gt;&lt;/login&gt;&lt;password&gt;&lt;/password&gt;&lt;key&gt;&lt;/key&gt;&lt;name&gt;&lt;/name&gt;&lt;email&gt;&lt;/email&gt;&lt;/endpoint&gt;&#10;"/>
  <p:tag name="ISPRING_PRESENTATION_TITLE" val="bt730"/>
</p:tagLst>
</file>

<file path=ppt/theme/theme1.xml><?xml version="1.0" encoding="utf-8"?>
<a:theme xmlns:a="http://schemas.openxmlformats.org/drawingml/2006/main" name="Office Theme">
  <a:themeElements>
    <a:clrScheme name="自定义 447">
      <a:dk1>
        <a:sysClr val="windowText" lastClr="000000"/>
      </a:dk1>
      <a:lt1>
        <a:sysClr val="window" lastClr="FFFFFF"/>
      </a:lt1>
      <a:dk2>
        <a:srgbClr val="006E67"/>
      </a:dk2>
      <a:lt2>
        <a:srgbClr val="E7E6E6"/>
      </a:lt2>
      <a:accent1>
        <a:srgbClr val="006E67"/>
      </a:accent1>
      <a:accent2>
        <a:srgbClr val="A5A5A5"/>
      </a:accent2>
      <a:accent3>
        <a:srgbClr val="006E67"/>
      </a:accent3>
      <a:accent4>
        <a:srgbClr val="A5A5A5"/>
      </a:accent4>
      <a:accent5>
        <a:srgbClr val="006E67"/>
      </a:accent5>
      <a:accent6>
        <a:srgbClr val="A5A5A5"/>
      </a:accent6>
      <a:hlink>
        <a:srgbClr val="006E67"/>
      </a:hlink>
      <a:folHlink>
        <a:srgbClr val="A5A5A5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375</Words>
  <Application>WPS 演示</Application>
  <PresentationFormat>自定义</PresentationFormat>
  <Paragraphs>46</Paragraphs>
  <Slides>4</Slides>
  <Notes>13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17" baseType="lpstr">
      <vt:lpstr>Arial</vt:lpstr>
      <vt:lpstr>宋体</vt:lpstr>
      <vt:lpstr>Wingdings</vt:lpstr>
      <vt:lpstr>Calibri</vt:lpstr>
      <vt:lpstr>印品黑体</vt:lpstr>
      <vt:lpstr>黑体</vt:lpstr>
      <vt:lpstr>微软雅黑</vt:lpstr>
      <vt:lpstr>字魂73号-江南手书</vt:lpstr>
      <vt:lpstr>Alibaba PuHuiTi R</vt:lpstr>
      <vt:lpstr>Alibaba PuHuiTi B</vt:lpstr>
      <vt:lpstr>阿里巴巴普惠体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bt730</dc:title>
  <dc:creator/>
  <cp:lastModifiedBy>周磊</cp:lastModifiedBy>
  <cp:revision>665</cp:revision>
  <dcterms:created xsi:type="dcterms:W3CDTF">2024-04-10T13:53:00Z</dcterms:created>
  <dcterms:modified xsi:type="dcterms:W3CDTF">2025-10-17T07:13:40Z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2052-12.1.0.23125</vt:lpwstr>
  </property>
  <property fmtid="{D5CDD505-2E9C-101B-9397-08002B2CF9AE}" pid="3" name="ICV">
    <vt:lpwstr>FCA88555D3D44735BAA1F56722F3B997</vt:lpwstr>
  </property>
</Properties>
</file>