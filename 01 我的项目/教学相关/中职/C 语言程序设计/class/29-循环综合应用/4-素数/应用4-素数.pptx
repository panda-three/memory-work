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705" r:id="rId3"/>
    <p:sldId id="3702" r:id="rId4"/>
  </p:sldIdLst>
  <p:sldSz cx="12858750" cy="7232650"/>
  <p:notesSz cx="6858000" cy="9144000"/>
  <p:custDataLst>
    <p:tags r:id="rId1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累乘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素数的概念以及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算法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输入一个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数，判断素数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3.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输出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[1,100]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全部素数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4.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输出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[1,100]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前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20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个素数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5.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输出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[100,300]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回文素数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129</Words>
  <Application>WPS 演示</Application>
  <PresentationFormat>自定义</PresentationFormat>
  <Paragraphs>14</Paragraphs>
  <Slides>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668</cp:revision>
  <dcterms:created xsi:type="dcterms:W3CDTF">2024-04-10T13:53:00Z</dcterms:created>
  <dcterms:modified xsi:type="dcterms:W3CDTF">2025-10-17T07:25:08Z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