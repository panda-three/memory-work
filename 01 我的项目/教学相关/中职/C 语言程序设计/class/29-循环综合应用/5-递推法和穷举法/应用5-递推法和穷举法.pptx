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705" r:id="rId3"/>
    <p:sldId id="3702" r:id="rId4"/>
    <p:sldId id="3707" r:id="rId5"/>
  </p:sldIdLst>
  <p:sldSz cx="12858750" cy="7232650"/>
  <p:notesSz cx="6858000" cy="9144000"/>
  <p:custDataLst>
    <p:tags r:id="rId1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FFBF00"/>
    <a:srgbClr val="1542FF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累加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累乘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372870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求斐波那契前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20 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项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  1,1,2,3,5......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打印下列数列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前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10 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项及和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   1/2, 2/3, 3/5, 5/8 … 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372870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输出下列数列的前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20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个数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  0,0,1,2,4,7,13,24......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用递推法求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S=</a:t>
            </a:r>
            <a:endParaRPr lang="en-US" altLang="zh-CN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s = 1 + 1/2! + 1/3! + … + 1/n!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248</Words>
  <Application>WPS 演示</Application>
  <PresentationFormat>自定义</PresentationFormat>
  <Paragraphs>22</Paragraphs>
  <Slides>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667</cp:revision>
  <dcterms:created xsi:type="dcterms:W3CDTF">2024-04-10T13:53:00Z</dcterms:created>
  <dcterms:modified xsi:type="dcterms:W3CDTF">2025-10-17T07:21:25Z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FCA88555D3D44735BAA1F56722F3B997</vt:lpwstr>
  </property>
</Properties>
</file>