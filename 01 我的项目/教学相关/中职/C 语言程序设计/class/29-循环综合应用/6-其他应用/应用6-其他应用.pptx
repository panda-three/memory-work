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3705" r:id="rId3"/>
    <p:sldId id="3702" r:id="rId4"/>
  </p:sldIdLst>
  <p:sldSz cx="12858750" cy="7232650"/>
  <p:notesSz cx="6858000" cy="9144000"/>
  <p:custDataLst>
    <p:tags r:id="rId1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52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57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F4436"/>
    <a:srgbClr val="FFBF00"/>
    <a:srgbClr val="1542FF"/>
    <a:srgbClr val="FFFFFF"/>
    <a:srgbClr val="0C6AC7"/>
    <a:srgbClr val="FFC000"/>
    <a:srgbClr val="066197"/>
    <a:srgbClr val="262626"/>
    <a:srgbClr val="0767A3"/>
    <a:srgbClr val="5353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88" d="100"/>
          <a:sy n="88" d="100"/>
        </p:scale>
        <p:origin x="653" y="53"/>
      </p:cViewPr>
      <p:guideLst>
        <p:guide orient="horz" pos="218"/>
        <p:guide orient="horz" pos="4152"/>
        <p:guide pos="4075"/>
        <p:guide pos="557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1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累加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累乘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926"/>
            <a:ext cx="4968552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周磊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</a:t>
            </a:r>
            <a:r>
              <a:rPr kumimoji="1" lang="zh-CN" altLang="en-US" dirty="0"/>
              <a:t>练习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61135" y="1372870"/>
            <a:ext cx="10434320" cy="356425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1.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输入一个整数</a:t>
            </a:r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n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，分解它的质因数，例</a:t>
            </a:r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16=2*2*2*2</a:t>
            </a:r>
            <a:endParaRPr lang="zh-CN" altLang="en-US" sz="4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2.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实数分半至</a:t>
            </a:r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 &lt; 0.001 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并计数</a:t>
            </a:r>
            <a:endParaRPr lang="zh-CN" altLang="en-US" sz="4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3.1000 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以内同构数</a:t>
            </a:r>
            <a:endParaRPr lang="zh-CN" altLang="en-US" sz="4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4.[100,1000] 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回文数</a:t>
            </a:r>
            <a:endParaRPr lang="zh-CN" altLang="en-US" sz="400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/>
            <a:r>
              <a:rPr lang="en-US" altLang="zh-CN" sz="4000">
                <a:latin typeface="Arial" panose="020B0604020202020204" pitchFamily="34" charset="0"/>
                <a:ea typeface="微软雅黑" panose="020B0503020204020204" pitchFamily="34" charset="-122"/>
              </a:rPr>
              <a:t>5.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判断完全数（它所有的真因子（除了自身以外的约数）的和恰好等于它本身，即为</a:t>
            </a:r>
            <a:r>
              <a:rPr lang="zh-CN" altLang="en-US" sz="4000">
                <a:latin typeface="Arial" panose="020B0604020202020204" pitchFamily="34" charset="0"/>
                <a:ea typeface="微软雅黑" panose="020B0503020204020204" pitchFamily="34" charset="-122"/>
              </a:rPr>
              <a:t>完全数）</a:t>
            </a:r>
            <a:endParaRPr lang="zh-CN" altLang="en-US" sz="40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167</Words>
  <Application>WPS 演示</Application>
  <PresentationFormat>自定义</PresentationFormat>
  <Paragraphs>14</Paragraphs>
  <Slides>2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20" baseType="lpstr">
      <vt:lpstr>Arial</vt:lpstr>
      <vt:lpstr>宋体</vt:lpstr>
      <vt:lpstr>Wingdings</vt:lpstr>
      <vt:lpstr>Calibri</vt:lpstr>
      <vt:lpstr>印品黑体</vt:lpstr>
      <vt:lpstr>黑体</vt:lpstr>
      <vt:lpstr>微软雅黑</vt:lpstr>
      <vt:lpstr>字魂73号-江南手书</vt:lpstr>
      <vt:lpstr>Alibaba PuHuiTi R</vt:lpstr>
      <vt:lpstr>Alibaba PuHuiTi B</vt:lpstr>
      <vt:lpstr>阿里巴巴普惠体</vt:lpstr>
      <vt:lpstr>Arial Unicode MS</vt:lpstr>
      <vt:lpstr>汉仪雅酷黑简</vt:lpstr>
      <vt:lpstr>汉仪君黑-45简</vt:lpstr>
      <vt:lpstr>Radam</vt:lpstr>
      <vt:lpstr>The best part</vt:lpstr>
      <vt:lpstr>方正仿宋_GB2312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周磊</cp:lastModifiedBy>
  <cp:revision>665</cp:revision>
  <dcterms:created xsi:type="dcterms:W3CDTF">2024-04-10T13:53:00Z</dcterms:created>
  <dcterms:modified xsi:type="dcterms:W3CDTF">2025-10-27T01:57:45Z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FCA88555D3D44735BAA1F56722F3B997</vt:lpwstr>
  </property>
</Properties>
</file>