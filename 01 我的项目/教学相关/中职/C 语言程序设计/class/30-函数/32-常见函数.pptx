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14"/>
  </p:handoutMasterIdLst>
  <p:sldIdLst>
    <p:sldId id="3705" r:id="rId3"/>
    <p:sldId id="3706" r:id="rId4"/>
    <p:sldId id="3756" r:id="rId5"/>
    <p:sldId id="3646" r:id="rId6"/>
    <p:sldId id="3708" r:id="rId8"/>
    <p:sldId id="3795" r:id="rId9"/>
    <p:sldId id="3786" r:id="rId10"/>
    <p:sldId id="3712" r:id="rId11"/>
    <p:sldId id="3793" r:id="rId12"/>
    <p:sldId id="3702" r:id="rId13"/>
  </p:sldIdLst>
  <p:sldSz cx="12858750" cy="7232650"/>
  <p:notesSz cx="6858000" cy="9144000"/>
  <p:custDataLst>
    <p:tags r:id="rId1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42FF"/>
    <a:srgbClr val="AF4436"/>
    <a:srgbClr val="FFBF00"/>
    <a:srgbClr val="FFFFFF"/>
    <a:srgbClr val="0C6AC7"/>
    <a:srgbClr val="FFC000"/>
    <a:srgbClr val="06619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0" d="100"/>
          <a:sy n="90" d="100"/>
        </p:scale>
        <p:origin x="552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commentAuthors" Target="commentAuthors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handoutMaster" Target="handoutMasters/handoutMaster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常见函数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6600" dirty="0"/>
              <a:t>函数带参数</a:t>
            </a:r>
            <a:endParaRPr lang="zh-CN" altLang="en-US" sz="6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6600" dirty="0"/>
              <a:t>函数返回值</a:t>
            </a:r>
            <a:endParaRPr lang="en-US" altLang="zh-CN" sz="6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6600" dirty="0"/>
              <a:t>注意点</a:t>
            </a:r>
            <a:endParaRPr lang="en-US" altLang="zh-CN" sz="6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676847" y="1238596"/>
            <a:ext cx="1008112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/>
              <a:t>C</a:t>
            </a:r>
            <a:r>
              <a:rPr lang="zh-CN" altLang="en-US" sz="6600" dirty="0"/>
              <a:t>语言函数中提供了我们可以现成就能用的函数吗？</a:t>
            </a:r>
            <a:endParaRPr lang="zh-CN" altLang="en-US" sz="6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837087" y="2032149"/>
            <a:ext cx="5472608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4800" dirty="0"/>
              <a:t>math</a:t>
            </a:r>
            <a:r>
              <a:rPr lang="zh-CN" altLang="en-US" sz="4800" dirty="0"/>
              <a:t>函数</a:t>
            </a:r>
            <a:endParaRPr lang="en-US" altLang="zh-CN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常见</a:t>
            </a:r>
            <a:r>
              <a:rPr lang="zh-CN" altLang="en-US" sz="2400" b="1" dirty="0">
                <a:solidFill>
                  <a:srgbClr val="FF0000"/>
                </a:solidFill>
              </a:rPr>
              <a:t>函数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791" y="1560322"/>
            <a:ext cx="10101784" cy="4112006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83" y="837638"/>
            <a:ext cx="11901983" cy="5755562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141" y="5504222"/>
            <a:ext cx="1257300" cy="65722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8145" y="5502562"/>
            <a:ext cx="1257300" cy="657225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1463" y="4840461"/>
            <a:ext cx="1008112" cy="52696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885" y="5689776"/>
            <a:ext cx="1257300" cy="6572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常见</a:t>
            </a:r>
            <a:r>
              <a:rPr lang="zh-CN" altLang="en-US" sz="2400" b="1" dirty="0">
                <a:solidFill>
                  <a:srgbClr val="FF0000"/>
                </a:solidFill>
              </a:rPr>
              <a:t>函数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51" y="2106010"/>
            <a:ext cx="3810000" cy="35242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60823" y="1497632"/>
            <a:ext cx="1296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/>
              <a:t>比如：</a:t>
            </a:r>
            <a:endParaRPr lang="zh-CN" altLang="en-US" sz="2800" b="1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186" y="2106008"/>
            <a:ext cx="3694779" cy="3524251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252911" y="5662668"/>
            <a:ext cx="7795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/>
              <a:t>https://zh.cppreference.com</a:t>
            </a:r>
            <a:endParaRPr lang="zh-CN" alt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dirty="0"/>
              <a:t>常见</a:t>
            </a:r>
            <a:r>
              <a:rPr lang="zh-CN" altLang="en-US" sz="2400" b="1" dirty="0">
                <a:solidFill>
                  <a:srgbClr val="FF0000"/>
                </a:solidFill>
              </a:rPr>
              <a:t>函数</a:t>
            </a:r>
            <a:r>
              <a:rPr lang="en-US" altLang="zh-CN" sz="2400" b="1" dirty="0">
                <a:solidFill>
                  <a:srgbClr val="FF0000"/>
                </a:solidFill>
              </a:rPr>
              <a:t>-math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892871" y="1507995"/>
            <a:ext cx="648072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 err="1"/>
              <a:t>math.h</a:t>
            </a:r>
            <a:r>
              <a:rPr lang="en-US" altLang="zh-CN" sz="3600" dirty="0"/>
              <a:t>:</a:t>
            </a:r>
            <a:endParaRPr lang="en-US" altLang="zh-CN" sz="3600" dirty="0"/>
          </a:p>
          <a:p>
            <a:r>
              <a:rPr lang="en-US" altLang="zh-CN" sz="3600" dirty="0"/>
              <a:t>	pow( )   </a:t>
            </a:r>
            <a:r>
              <a:rPr lang="zh-CN" altLang="en-US" sz="3600" dirty="0"/>
              <a:t>幂</a:t>
            </a:r>
            <a:endParaRPr lang="en-US" altLang="zh-CN" sz="3600" dirty="0"/>
          </a:p>
          <a:p>
            <a:r>
              <a:rPr lang="en-US" altLang="zh-CN" sz="3600" dirty="0"/>
              <a:t>	sqrt( )</a:t>
            </a:r>
            <a:r>
              <a:rPr lang="zh-CN" altLang="en-US" sz="3600" dirty="0"/>
              <a:t>    平方根</a:t>
            </a:r>
            <a:endParaRPr lang="en-US" altLang="zh-CN" sz="3600" dirty="0"/>
          </a:p>
          <a:p>
            <a:r>
              <a:rPr lang="en-US" altLang="zh-CN" sz="3600" dirty="0"/>
              <a:t>	ceil( )     </a:t>
            </a:r>
            <a:r>
              <a:rPr lang="zh-CN" altLang="en-US" sz="3600" dirty="0"/>
              <a:t>向上取整</a:t>
            </a:r>
            <a:endParaRPr lang="en-US" altLang="zh-CN" sz="3600" dirty="0"/>
          </a:p>
          <a:p>
            <a:r>
              <a:rPr lang="en-US" altLang="zh-CN" sz="3600" dirty="0"/>
              <a:t>	floor( )   </a:t>
            </a:r>
            <a:r>
              <a:rPr lang="zh-CN" altLang="en-US" sz="3600" dirty="0"/>
              <a:t>向下取整</a:t>
            </a:r>
            <a:endParaRPr lang="en-US" altLang="zh-CN" sz="3600" dirty="0"/>
          </a:p>
          <a:p>
            <a:r>
              <a:rPr lang="en-US" altLang="zh-CN" sz="3600" dirty="0"/>
              <a:t>	abs( )      </a:t>
            </a:r>
            <a:r>
              <a:rPr lang="zh-CN" altLang="en-US" sz="3600" dirty="0"/>
              <a:t>绝对值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4173774" y="2032149"/>
            <a:ext cx="3047689" cy="22195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CN" sz="4800" dirty="0"/>
              <a:t>math</a:t>
            </a:r>
            <a:r>
              <a:rPr lang="zh-CN" altLang="en-US" sz="4800" dirty="0"/>
              <a:t>函数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4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12951" y="1600101"/>
            <a:ext cx="9505056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	pow( )   </a:t>
            </a:r>
            <a:r>
              <a:rPr lang="zh-CN" altLang="en-US" sz="3200" dirty="0"/>
              <a:t>幂</a:t>
            </a:r>
            <a:endParaRPr lang="en-US" altLang="zh-CN" sz="3200" dirty="0"/>
          </a:p>
          <a:p>
            <a:r>
              <a:rPr lang="en-US" altLang="zh-CN" sz="3200" dirty="0"/>
              <a:t>	sqrt( )</a:t>
            </a:r>
            <a:r>
              <a:rPr lang="zh-CN" altLang="en-US" sz="3200" dirty="0"/>
              <a:t>    平方根</a:t>
            </a:r>
            <a:endParaRPr lang="en-US" altLang="zh-CN" sz="3200" dirty="0"/>
          </a:p>
          <a:p>
            <a:r>
              <a:rPr lang="en-US" altLang="zh-CN" sz="3200" dirty="0"/>
              <a:t>	ceil( )     </a:t>
            </a:r>
            <a:r>
              <a:rPr lang="zh-CN" altLang="en-US" sz="3200" dirty="0"/>
              <a:t>向上取整</a:t>
            </a:r>
            <a:endParaRPr lang="en-US" altLang="zh-CN" sz="3200" dirty="0"/>
          </a:p>
          <a:p>
            <a:r>
              <a:rPr lang="en-US" altLang="zh-CN" sz="3200" dirty="0"/>
              <a:t>	floor( )   </a:t>
            </a:r>
            <a:r>
              <a:rPr lang="zh-CN" altLang="en-US" sz="3200" dirty="0"/>
              <a:t>向下取整</a:t>
            </a:r>
            <a:endParaRPr lang="en-US" altLang="zh-CN" sz="3200" dirty="0"/>
          </a:p>
          <a:p>
            <a:r>
              <a:rPr lang="en-US" altLang="zh-CN" sz="3200" dirty="0"/>
              <a:t>	abs( )      </a:t>
            </a:r>
            <a:r>
              <a:rPr lang="zh-CN" altLang="en-US" sz="3200" dirty="0"/>
              <a:t>绝对值</a:t>
            </a:r>
            <a:endParaRPr lang="en-US" altLang="zh-CN" sz="3200" dirty="0"/>
          </a:p>
          <a:p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52843" y="2299983"/>
            <a:ext cx="83889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使用</a:t>
            </a:r>
            <a:r>
              <a:rPr lang="en-US" altLang="zh-CN" sz="3600" dirty="0"/>
              <a:t>abs</a:t>
            </a:r>
            <a:r>
              <a:rPr lang="zh-CN" altLang="en-US" sz="3600" dirty="0"/>
              <a:t>（）函数的时候也需要在头部应该什么文件？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669</Words>
  <Application>WPS 演示</Application>
  <PresentationFormat>自定义</PresentationFormat>
  <Paragraphs>79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B</vt:lpstr>
      <vt:lpstr>阿里巴巴普惠体</vt:lpstr>
      <vt:lpstr>Alibaba PuHuiTi R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657</cp:revision>
  <dcterms:created xsi:type="dcterms:W3CDTF">2024-04-10T13:53:00Z</dcterms:created>
  <dcterms:modified xsi:type="dcterms:W3CDTF">2025-11-12T05:36:03Z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FCA88555D3D44735BAA1F56722F3B997</vt:lpwstr>
  </property>
</Properties>
</file>