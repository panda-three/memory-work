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8"/>
  </p:notesMasterIdLst>
  <p:handoutMasterIdLst>
    <p:handoutMasterId r:id="rId20"/>
  </p:handoutMasterIdLst>
  <p:sldIdLst>
    <p:sldId id="3705" r:id="rId3"/>
    <p:sldId id="3706" r:id="rId4"/>
    <p:sldId id="3756" r:id="rId5"/>
    <p:sldId id="3801" r:id="rId6"/>
    <p:sldId id="3646" r:id="rId7"/>
    <p:sldId id="3798" r:id="rId9"/>
    <p:sldId id="3708" r:id="rId10"/>
    <p:sldId id="3795" r:id="rId11"/>
    <p:sldId id="3786" r:id="rId12"/>
    <p:sldId id="3796" r:id="rId13"/>
    <p:sldId id="3799" r:id="rId14"/>
    <p:sldId id="3800" r:id="rId15"/>
    <p:sldId id="3712" r:id="rId16"/>
    <p:sldId id="3793" r:id="rId17"/>
    <p:sldId id="3802" r:id="rId18"/>
    <p:sldId id="3702" r:id="rId19"/>
  </p:sldIdLst>
  <p:sldSz cx="12858750" cy="7232650"/>
  <p:notesSz cx="6858000" cy="9144000"/>
  <p:custDataLst>
    <p:tags r:id="rId25"/>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640080" indent="-18288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1282700" indent="-3683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925955" indent="-55435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2568575" indent="-73977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8" userDrawn="1">
          <p15:clr>
            <a:srgbClr val="A4A3A4"/>
          </p15:clr>
        </p15:guide>
        <p15:guide id="2" orient="horz" pos="4152" userDrawn="1">
          <p15:clr>
            <a:srgbClr val="A4A3A4"/>
          </p15:clr>
        </p15:guide>
        <p15:guide id="3" pos="4075" userDrawn="1">
          <p15:clr>
            <a:srgbClr val="A4A3A4"/>
          </p15:clr>
        </p15:guide>
        <p15:guide id="4" pos="557" userDrawn="1">
          <p15:clr>
            <a:srgbClr val="A4A3A4"/>
          </p15:clr>
        </p15:guide>
        <p15:guide id="5" pos="7544" userDrawn="1">
          <p15:clr>
            <a:srgbClr val="A4A3A4"/>
          </p15:clr>
        </p15:guide>
        <p15:guide id="6" pos="685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114" clrIdx="1"/>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542FF"/>
    <a:srgbClr val="AF4436"/>
    <a:srgbClr val="FFBF00"/>
    <a:srgbClr val="FFFFFF"/>
    <a:srgbClr val="0C6AC7"/>
    <a:srgbClr val="FFC000"/>
    <a:srgbClr val="066197"/>
    <a:srgbClr val="262626"/>
    <a:srgbClr val="0767A3"/>
    <a:srgbClr val="5353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541" autoAdjust="0"/>
    <p:restoredTop sz="96327" autoAdjust="0"/>
  </p:normalViewPr>
  <p:slideViewPr>
    <p:cSldViewPr showGuides="1">
      <p:cViewPr varScale="1">
        <p:scale>
          <a:sx n="90" d="100"/>
          <a:sy n="90" d="100"/>
        </p:scale>
        <p:origin x="552" y="53"/>
      </p:cViewPr>
      <p:guideLst>
        <p:guide orient="horz" pos="218"/>
        <p:guide orient="horz" pos="4152"/>
        <p:guide pos="4075"/>
        <p:guide pos="557"/>
        <p:guide pos="7544"/>
        <p:guide pos="6858"/>
      </p:guideLst>
    </p:cSldViewPr>
  </p:slideViewPr>
  <p:outlineViewPr>
    <p:cViewPr>
      <p:scale>
        <a:sx n="100" d="100"/>
        <a:sy n="100" d="100"/>
      </p:scale>
      <p:origin x="0" y="-9972"/>
    </p:cViewPr>
  </p:outlineViewPr>
  <p:notesTextViewPr>
    <p:cViewPr>
      <p:scale>
        <a:sx n="1" d="1"/>
        <a:sy n="1" d="1"/>
      </p:scale>
      <p:origin x="0" y="0"/>
    </p:cViewPr>
  </p:notesTextViewPr>
  <p:sorterViewPr>
    <p:cViewPr>
      <p:scale>
        <a:sx n="33" d="100"/>
        <a:sy n="33" d="100"/>
      </p:scale>
      <p:origin x="0" y="0"/>
    </p:cViewPr>
  </p:sorterViewPr>
  <p:notesViewPr>
    <p:cSldViewPr>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gs" Target="tags/tag7.xml"/><Relationship Id="rId24" Type="http://schemas.openxmlformats.org/officeDocument/2006/relationships/commentAuthors" Target="commentAuthors.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印品黑体" panose="00000500000000000000" pitchFamily="2"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630DBF-D010-4114-9DE3-41E342A27C18}" type="datetimeFigureOut">
              <a:rPr lang="zh-CN" altLang="en-US" smtClean="0">
                <a:latin typeface="印品黑体" panose="00000500000000000000" pitchFamily="2" charset="-122"/>
              </a:rPr>
            </a:fld>
            <a:endParaRPr lang="zh-CN" altLang="en-US" dirty="0">
              <a:latin typeface="印品黑体" panose="00000500000000000000" pitchFamily="2"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印品黑体" panose="00000500000000000000" pitchFamily="2"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D1D107-4CC9-43CA-8CA8-36E1DF70D5F2}" type="slidenum">
              <a:rPr lang="zh-CN" altLang="en-US" smtClean="0">
                <a:latin typeface="印品黑体" panose="00000500000000000000" pitchFamily="2" charset="-122"/>
              </a:rPr>
            </a:fld>
            <a:endParaRPr lang="zh-CN" altLang="en-US" dirty="0">
              <a:latin typeface="印品黑体" panose="00000500000000000000"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印品黑体" panose="00000500000000000000" pitchFamily="2" charset="-122"/>
              </a:defRPr>
            </a:lvl1pPr>
          </a:lstStyle>
          <a:p>
            <a:pPr>
              <a:defRPr/>
            </a:pPr>
            <a:endParaRPr lang="zh-CN" altLang="en-US" dirty="0"/>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印品黑体" panose="00000500000000000000" pitchFamily="2" charset="-122"/>
              </a:defRPr>
            </a:lvl1pPr>
          </a:lstStyle>
          <a:p>
            <a:pPr>
              <a:defRPr/>
            </a:pPr>
            <a:fld id="{06024D97-E667-405D-B634-E583E2108D71}"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dirty="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zh-CN" altLang="en-US" noProof="0"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印品黑体" panose="00000500000000000000" pitchFamily="2" charset="-122"/>
              </a:defRPr>
            </a:lvl1pPr>
          </a:lstStyle>
          <a:p>
            <a:pPr>
              <a:defRPr/>
            </a:pPr>
            <a:endParaRPr lang="zh-CN" altLang="en-US" dirty="0"/>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atin typeface="印品黑体" panose="00000500000000000000" pitchFamily="2" charset="-122"/>
              </a:defRPr>
            </a:lvl1pPr>
          </a:lstStyle>
          <a:p>
            <a:fld id="{418F03C3-53C1-4F10-8DAF-D1F318E96C6E}"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1pPr>
    <a:lvl2pPr marL="455930"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2pPr>
    <a:lvl3pPr marL="913130"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3pPr>
    <a:lvl4pPr marL="1370330"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4pPr>
    <a:lvl5pPr marL="1827530"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5pPr>
    <a:lvl6pPr marL="2285365" algn="l" defTabSz="914400" rtl="0" eaLnBrk="1" latinLnBrk="0" hangingPunct="1">
      <a:defRPr sz="1300" kern="1200">
        <a:solidFill>
          <a:schemeClr val="tx1"/>
        </a:solidFill>
        <a:latin typeface="+mn-lt"/>
        <a:ea typeface="+mn-ea"/>
        <a:cs typeface="+mn-cs"/>
      </a:defRPr>
    </a:lvl6pPr>
    <a:lvl7pPr marL="2742565" algn="l" defTabSz="914400" rtl="0" eaLnBrk="1" latinLnBrk="0" hangingPunct="1">
      <a:defRPr sz="1300" kern="1200">
        <a:solidFill>
          <a:schemeClr val="tx1"/>
        </a:solidFill>
        <a:latin typeface="+mn-lt"/>
        <a:ea typeface="+mn-ea"/>
        <a:cs typeface="+mn-cs"/>
      </a:defRPr>
    </a:lvl7pPr>
    <a:lvl8pPr marL="3199765" algn="l" defTabSz="914400" rtl="0" eaLnBrk="1" latinLnBrk="0" hangingPunct="1">
      <a:defRPr sz="1300" kern="1200">
        <a:solidFill>
          <a:schemeClr val="tx1"/>
        </a:solidFill>
        <a:latin typeface="+mn-lt"/>
        <a:ea typeface="+mn-ea"/>
        <a:cs typeface="+mn-cs"/>
      </a:defRPr>
    </a:lvl8pPr>
    <a:lvl9pPr marL="3656965" algn="l" defTabSz="914400"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32BF82D2-7A68-459D-A996-9BDDA2518FA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E01EE5D-26FB-46D5-A381-ECFB35BF1D34}" type="slidenum">
              <a:rPr lang="zh-CN" altLang="en-US" smtClean="0"/>
            </a:fld>
            <a:endParaRPr lang="zh-CN" altLang="en-US"/>
          </a:p>
        </p:txBody>
      </p:sp>
      <p:pic>
        <p:nvPicPr>
          <p:cNvPr id="9" name="图片 8"/>
          <p:cNvPicPr>
            <a:picLocks noChangeAspect="1"/>
          </p:cNvPicPr>
          <p:nvPr userDrawn="1"/>
        </p:nvPicPr>
        <p:blipFill>
          <a:blip r:embed="rId2"/>
          <a:stretch>
            <a:fillRect/>
          </a:stretch>
        </p:blipFill>
        <p:spPr>
          <a:xfrm>
            <a:off x="9525" y="635"/>
            <a:ext cx="12849225" cy="723201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2BF82D2-7A68-459D-A996-9BDDA2518FA4}" type="datetimeFigureOut">
              <a:rPr lang="zh-CN" altLang="en-US" smtClean="0"/>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3E01EE5D-26FB-46D5-A381-ECFB35BF1D34}" type="slidenum">
              <a:rPr lang="zh-CN" altLang="en-US" smtClean="0"/>
            </a:fld>
            <a:endParaRPr lang="zh-CN" altLang="en-US" dirty="0"/>
          </a:p>
        </p:txBody>
      </p:sp>
      <p:pic>
        <p:nvPicPr>
          <p:cNvPr id="7" name="图片 6"/>
          <p:cNvPicPr>
            <a:picLocks noChangeAspect="1"/>
          </p:cNvPicPr>
          <p:nvPr userDrawn="1"/>
        </p:nvPicPr>
        <p:blipFill>
          <a:blip r:embed="rId2"/>
          <a:stretch>
            <a:fillRect/>
          </a:stretch>
        </p:blipFill>
        <p:spPr>
          <a:xfrm>
            <a:off x="0" y="1270"/>
            <a:ext cx="12858750" cy="7231380"/>
          </a:xfrm>
          <a:prstGeom prst="rect">
            <a:avLst/>
          </a:prstGeom>
        </p:spPr>
      </p:pic>
      <p:pic>
        <p:nvPicPr>
          <p:cNvPr id="8" name="图片 7"/>
          <p:cNvPicPr>
            <a:picLocks noChangeAspect="1"/>
          </p:cNvPicPr>
          <p:nvPr userDrawn="1"/>
        </p:nvPicPr>
        <p:blipFill>
          <a:blip r:embed="rId3"/>
          <a:stretch>
            <a:fillRect/>
          </a:stretch>
        </p:blipFill>
        <p:spPr>
          <a:xfrm>
            <a:off x="1172791" y="4984477"/>
            <a:ext cx="3161905" cy="619048"/>
          </a:xfrm>
          <a:prstGeom prst="rect">
            <a:avLst/>
          </a:prstGeom>
        </p:spPr>
      </p:pic>
      <p:pic>
        <p:nvPicPr>
          <p:cNvPr id="10" name="图片 9"/>
          <p:cNvPicPr>
            <a:picLocks noChangeAspect="1"/>
          </p:cNvPicPr>
          <p:nvPr userDrawn="1"/>
        </p:nvPicPr>
        <p:blipFill>
          <a:blip r:embed="rId3"/>
          <a:stretch>
            <a:fillRect/>
          </a:stretch>
        </p:blipFill>
        <p:spPr>
          <a:xfrm>
            <a:off x="4125119" y="4804672"/>
            <a:ext cx="3161905" cy="619048"/>
          </a:xfrm>
          <a:prstGeom prst="rect">
            <a:avLst/>
          </a:prstGeom>
        </p:spPr>
      </p:pic>
      <p:pic>
        <p:nvPicPr>
          <p:cNvPr id="12" name="图片 11"/>
          <p:cNvPicPr>
            <a:picLocks noChangeAspect="1"/>
          </p:cNvPicPr>
          <p:nvPr userDrawn="1"/>
        </p:nvPicPr>
        <p:blipFill>
          <a:blip r:embed="rId3"/>
          <a:stretch>
            <a:fillRect/>
          </a:stretch>
        </p:blipFill>
        <p:spPr>
          <a:xfrm>
            <a:off x="4917207" y="5282442"/>
            <a:ext cx="3161905" cy="619048"/>
          </a:xfrm>
          <a:prstGeom prst="rect">
            <a:avLst/>
          </a:prstGeom>
        </p:spPr>
      </p:pic>
      <p:pic>
        <p:nvPicPr>
          <p:cNvPr id="14" name="图片 13"/>
          <p:cNvPicPr>
            <a:picLocks noChangeAspect="1"/>
          </p:cNvPicPr>
          <p:nvPr userDrawn="1"/>
        </p:nvPicPr>
        <p:blipFill>
          <a:blip r:embed="rId3"/>
          <a:stretch>
            <a:fillRect/>
          </a:stretch>
        </p:blipFill>
        <p:spPr>
          <a:xfrm>
            <a:off x="6288582" y="4804672"/>
            <a:ext cx="3161905" cy="619048"/>
          </a:xfrm>
          <a:prstGeom prst="rect">
            <a:avLst/>
          </a:prstGeom>
        </p:spPr>
      </p:pic>
      <p:pic>
        <p:nvPicPr>
          <p:cNvPr id="16" name="图片 15"/>
          <p:cNvPicPr>
            <a:picLocks noChangeAspect="1"/>
          </p:cNvPicPr>
          <p:nvPr userDrawn="1"/>
        </p:nvPicPr>
        <p:blipFill>
          <a:blip r:embed="rId3"/>
          <a:stretch>
            <a:fillRect/>
          </a:stretch>
        </p:blipFill>
        <p:spPr>
          <a:xfrm>
            <a:off x="6621338" y="5337044"/>
            <a:ext cx="3161905" cy="619048"/>
          </a:xfrm>
          <a:prstGeom prst="rect">
            <a:avLst/>
          </a:prstGeom>
        </p:spPr>
      </p:pic>
      <p:pic>
        <p:nvPicPr>
          <p:cNvPr id="18" name="图片 17"/>
          <p:cNvPicPr>
            <a:picLocks noChangeAspect="1"/>
          </p:cNvPicPr>
          <p:nvPr userDrawn="1"/>
        </p:nvPicPr>
        <p:blipFill>
          <a:blip r:embed="rId3"/>
          <a:stretch>
            <a:fillRect/>
          </a:stretch>
        </p:blipFill>
        <p:spPr>
          <a:xfrm>
            <a:off x="8991155" y="4781605"/>
            <a:ext cx="3161905" cy="619048"/>
          </a:xfrm>
          <a:prstGeom prst="rect">
            <a:avLst/>
          </a:prstGeom>
        </p:spPr>
      </p:pic>
      <p:pic>
        <p:nvPicPr>
          <p:cNvPr id="20" name="图片 19"/>
          <p:cNvPicPr>
            <a:picLocks noChangeAspect="1"/>
          </p:cNvPicPr>
          <p:nvPr userDrawn="1"/>
        </p:nvPicPr>
        <p:blipFill>
          <a:blip r:embed="rId3"/>
          <a:stretch>
            <a:fillRect/>
          </a:stretch>
        </p:blipFill>
        <p:spPr>
          <a:xfrm>
            <a:off x="9220821" y="5346680"/>
            <a:ext cx="3161905" cy="619048"/>
          </a:xfrm>
          <a:prstGeom prst="rect">
            <a:avLst/>
          </a:prstGeom>
        </p:spPr>
      </p:pic>
      <p:pic>
        <p:nvPicPr>
          <p:cNvPr id="22" name="图片 21"/>
          <p:cNvPicPr>
            <a:picLocks noChangeAspect="1"/>
          </p:cNvPicPr>
          <p:nvPr userDrawn="1"/>
        </p:nvPicPr>
        <p:blipFill>
          <a:blip r:embed="rId3"/>
          <a:stretch>
            <a:fillRect/>
          </a:stretch>
        </p:blipFill>
        <p:spPr>
          <a:xfrm>
            <a:off x="5612692" y="4781605"/>
            <a:ext cx="3161905" cy="619048"/>
          </a:xfrm>
          <a:prstGeom prst="rect">
            <a:avLst/>
          </a:prstGeom>
        </p:spPr>
      </p:pic>
      <p:pic>
        <p:nvPicPr>
          <p:cNvPr id="24" name="图片 23"/>
          <p:cNvPicPr>
            <a:picLocks noChangeAspect="1"/>
          </p:cNvPicPr>
          <p:nvPr userDrawn="1"/>
        </p:nvPicPr>
        <p:blipFill>
          <a:blip r:embed="rId3"/>
          <a:stretch>
            <a:fillRect/>
          </a:stretch>
        </p:blipFill>
        <p:spPr>
          <a:xfrm>
            <a:off x="6288582" y="1366761"/>
            <a:ext cx="3161905" cy="619048"/>
          </a:xfrm>
          <a:prstGeom prst="rect">
            <a:avLst/>
          </a:prstGeom>
        </p:spPr>
      </p:pic>
      <p:pic>
        <p:nvPicPr>
          <p:cNvPr id="26" name="图片 25"/>
          <p:cNvPicPr>
            <a:picLocks noChangeAspect="1"/>
          </p:cNvPicPr>
          <p:nvPr userDrawn="1"/>
        </p:nvPicPr>
        <p:blipFill>
          <a:blip r:embed="rId3"/>
          <a:stretch>
            <a:fillRect/>
          </a:stretch>
        </p:blipFill>
        <p:spPr>
          <a:xfrm>
            <a:off x="9275773" y="1359987"/>
            <a:ext cx="3161905" cy="619048"/>
          </a:xfrm>
          <a:prstGeom prst="rect">
            <a:avLst/>
          </a:prstGeom>
        </p:spPr>
      </p:pic>
      <p:pic>
        <p:nvPicPr>
          <p:cNvPr id="28" name="图片 27"/>
          <p:cNvPicPr>
            <a:picLocks noChangeAspect="1"/>
          </p:cNvPicPr>
          <p:nvPr userDrawn="1"/>
        </p:nvPicPr>
        <p:blipFill>
          <a:blip r:embed="rId3"/>
          <a:stretch>
            <a:fillRect/>
          </a:stretch>
        </p:blipFill>
        <p:spPr>
          <a:xfrm>
            <a:off x="884039" y="1359987"/>
            <a:ext cx="1580953" cy="619048"/>
          </a:xfrm>
          <a:prstGeom prst="rect">
            <a:avLst/>
          </a:prstGeom>
        </p:spPr>
      </p:pic>
      <p:pic>
        <p:nvPicPr>
          <p:cNvPr id="30" name="图片 29"/>
          <p:cNvPicPr>
            <a:picLocks noChangeAspect="1"/>
          </p:cNvPicPr>
          <p:nvPr userDrawn="1"/>
        </p:nvPicPr>
        <p:blipFill>
          <a:blip r:embed="rId3"/>
          <a:stretch>
            <a:fillRect/>
          </a:stretch>
        </p:blipFill>
        <p:spPr>
          <a:xfrm>
            <a:off x="1143501" y="4781605"/>
            <a:ext cx="764270" cy="619048"/>
          </a:xfrm>
          <a:prstGeom prst="rect">
            <a:avLst/>
          </a:prstGeom>
        </p:spPr>
      </p:pic>
      <p:pic>
        <p:nvPicPr>
          <p:cNvPr id="32" name="图片 31"/>
          <p:cNvPicPr>
            <a:picLocks noChangeAspect="1"/>
          </p:cNvPicPr>
          <p:nvPr userDrawn="1"/>
        </p:nvPicPr>
        <p:blipFill>
          <a:blip r:embed="rId3"/>
          <a:stretch>
            <a:fillRect/>
          </a:stretch>
        </p:blipFill>
        <p:spPr>
          <a:xfrm>
            <a:off x="4259461" y="1262924"/>
            <a:ext cx="860873" cy="619048"/>
          </a:xfrm>
          <a:prstGeom prst="rect">
            <a:avLst/>
          </a:prstGeom>
        </p:spPr>
      </p:pic>
      <p:pic>
        <p:nvPicPr>
          <p:cNvPr id="34" name="图片 33"/>
          <p:cNvPicPr>
            <a:picLocks noChangeAspect="1"/>
          </p:cNvPicPr>
          <p:nvPr userDrawn="1"/>
        </p:nvPicPr>
        <p:blipFill>
          <a:blip r:embed="rId3"/>
          <a:stretch>
            <a:fillRect/>
          </a:stretch>
        </p:blipFill>
        <p:spPr>
          <a:xfrm>
            <a:off x="4560390" y="1354452"/>
            <a:ext cx="356817" cy="6190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stretch>
            <a:fillRect/>
          </a:stretch>
        </p:blipFill>
        <p:spPr>
          <a:xfrm>
            <a:off x="0" y="1017"/>
            <a:ext cx="12858750" cy="7285355"/>
          </a:xfrm>
          <a:prstGeom prst="rect">
            <a:avLst/>
          </a:prstGeom>
        </p:spPr>
      </p:pic>
      <p:pic>
        <p:nvPicPr>
          <p:cNvPr id="3" name="图片 2"/>
          <p:cNvPicPr>
            <a:picLocks noChangeAspect="1"/>
          </p:cNvPicPr>
          <p:nvPr userDrawn="1"/>
        </p:nvPicPr>
        <p:blipFill>
          <a:blip r:embed="rId3"/>
          <a:stretch>
            <a:fillRect/>
          </a:stretch>
        </p:blipFill>
        <p:spPr>
          <a:xfrm>
            <a:off x="1172791" y="1528093"/>
            <a:ext cx="2857143" cy="1419048"/>
          </a:xfrm>
          <a:prstGeom prst="rect">
            <a:avLst/>
          </a:prstGeom>
        </p:spPr>
      </p:pic>
      <p:pic>
        <p:nvPicPr>
          <p:cNvPr id="6" name="图片 5"/>
          <p:cNvPicPr>
            <a:picLocks noChangeAspect="1"/>
          </p:cNvPicPr>
          <p:nvPr userDrawn="1"/>
        </p:nvPicPr>
        <p:blipFill>
          <a:blip r:embed="rId3"/>
          <a:stretch>
            <a:fillRect/>
          </a:stretch>
        </p:blipFill>
        <p:spPr>
          <a:xfrm>
            <a:off x="3477047" y="1518648"/>
            <a:ext cx="2857143" cy="1419048"/>
          </a:xfrm>
          <a:prstGeom prst="rect">
            <a:avLst/>
          </a:prstGeom>
        </p:spPr>
      </p:pic>
      <p:pic>
        <p:nvPicPr>
          <p:cNvPr id="8" name="图片 7"/>
          <p:cNvPicPr>
            <a:picLocks noChangeAspect="1"/>
          </p:cNvPicPr>
          <p:nvPr userDrawn="1"/>
        </p:nvPicPr>
        <p:blipFill>
          <a:blip r:embed="rId3"/>
          <a:stretch>
            <a:fillRect/>
          </a:stretch>
        </p:blipFill>
        <p:spPr>
          <a:xfrm>
            <a:off x="6509175" y="1528093"/>
            <a:ext cx="2857143" cy="1419048"/>
          </a:xfrm>
          <a:prstGeom prst="rect">
            <a:avLst/>
          </a:prstGeom>
        </p:spPr>
      </p:pic>
      <p:pic>
        <p:nvPicPr>
          <p:cNvPr id="10" name="图片 9"/>
          <p:cNvPicPr>
            <a:picLocks noChangeAspect="1"/>
          </p:cNvPicPr>
          <p:nvPr userDrawn="1"/>
        </p:nvPicPr>
        <p:blipFill>
          <a:blip r:embed="rId3"/>
          <a:stretch>
            <a:fillRect/>
          </a:stretch>
        </p:blipFill>
        <p:spPr>
          <a:xfrm>
            <a:off x="9165679" y="1600101"/>
            <a:ext cx="2857143" cy="1419048"/>
          </a:xfrm>
          <a:prstGeom prst="rect">
            <a:avLst/>
          </a:prstGeom>
        </p:spPr>
      </p:pic>
      <p:pic>
        <p:nvPicPr>
          <p:cNvPr id="12" name="图片 11"/>
          <p:cNvPicPr>
            <a:picLocks noChangeAspect="1"/>
          </p:cNvPicPr>
          <p:nvPr userDrawn="1"/>
        </p:nvPicPr>
        <p:blipFill>
          <a:blip r:embed="rId3"/>
          <a:stretch>
            <a:fillRect/>
          </a:stretch>
        </p:blipFill>
        <p:spPr>
          <a:xfrm>
            <a:off x="812751" y="4624437"/>
            <a:ext cx="2857143" cy="1419048"/>
          </a:xfrm>
          <a:prstGeom prst="rect">
            <a:avLst/>
          </a:prstGeom>
        </p:spPr>
      </p:pic>
      <p:pic>
        <p:nvPicPr>
          <p:cNvPr id="14" name="图片 13"/>
          <p:cNvPicPr>
            <a:picLocks noChangeAspect="1"/>
          </p:cNvPicPr>
          <p:nvPr userDrawn="1"/>
        </p:nvPicPr>
        <p:blipFill>
          <a:blip r:embed="rId3"/>
          <a:stretch>
            <a:fillRect/>
          </a:stretch>
        </p:blipFill>
        <p:spPr>
          <a:xfrm>
            <a:off x="4269135" y="4407232"/>
            <a:ext cx="2857143" cy="1419048"/>
          </a:xfrm>
          <a:prstGeom prst="rect">
            <a:avLst/>
          </a:prstGeom>
        </p:spPr>
      </p:pic>
      <p:pic>
        <p:nvPicPr>
          <p:cNvPr id="16" name="图片 15"/>
          <p:cNvPicPr>
            <a:picLocks noChangeAspect="1"/>
          </p:cNvPicPr>
          <p:nvPr userDrawn="1"/>
        </p:nvPicPr>
        <p:blipFill>
          <a:blip r:embed="rId3"/>
          <a:stretch>
            <a:fillRect/>
          </a:stretch>
        </p:blipFill>
        <p:spPr>
          <a:xfrm>
            <a:off x="6296947" y="4416677"/>
            <a:ext cx="2857143" cy="1419048"/>
          </a:xfrm>
          <a:prstGeom prst="rect">
            <a:avLst/>
          </a:prstGeom>
        </p:spPr>
      </p:pic>
      <p:pic>
        <p:nvPicPr>
          <p:cNvPr id="18" name="图片 17"/>
          <p:cNvPicPr>
            <a:picLocks noChangeAspect="1"/>
          </p:cNvPicPr>
          <p:nvPr userDrawn="1"/>
        </p:nvPicPr>
        <p:blipFill>
          <a:blip r:embed="rId3"/>
          <a:stretch>
            <a:fillRect/>
          </a:stretch>
        </p:blipFill>
        <p:spPr>
          <a:xfrm>
            <a:off x="9237687" y="4474217"/>
            <a:ext cx="2857143" cy="141904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5" name="箭头: V 形 3"/>
          <p:cNvSpPr/>
          <p:nvPr userDrawn="1"/>
        </p:nvSpPr>
        <p:spPr>
          <a:xfrm>
            <a:off x="435610" y="224155"/>
            <a:ext cx="405130" cy="405130"/>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solidFill>
            </a:endParaRPr>
          </a:p>
        </p:txBody>
      </p:sp>
      <p:sp>
        <p:nvSpPr>
          <p:cNvPr id="76" name="等腰三角形 75"/>
          <p:cNvSpPr/>
          <p:nvPr userDrawn="1"/>
        </p:nvSpPr>
        <p:spPr>
          <a:xfrm rot="5400000">
            <a:off x="-146685" y="156845"/>
            <a:ext cx="852805" cy="540385"/>
          </a:xfrm>
          <a:prstGeom prst="triangle">
            <a:avLst/>
          </a:prstGeom>
          <a:solidFill>
            <a:srgbClr val="0767A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13" name="组合 12"/>
          <p:cNvGrpSpPr/>
          <p:nvPr userDrawn="1"/>
        </p:nvGrpSpPr>
        <p:grpSpPr>
          <a:xfrm>
            <a:off x="16656" y="5177155"/>
            <a:ext cx="752744" cy="2098793"/>
            <a:chOff x="13891297" y="2075351"/>
            <a:chExt cx="1066248" cy="2972900"/>
          </a:xfrm>
        </p:grpSpPr>
        <p:sp>
          <p:nvSpPr>
            <p:cNvPr id="14" name="椭圆 13"/>
            <p:cNvSpPr/>
            <p:nvPr/>
          </p:nvSpPr>
          <p:spPr>
            <a:xfrm>
              <a:off x="13891297" y="207535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4142396" y="207535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4393495" y="207535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4644594" y="207535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4895693" y="207535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3891297" y="231793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14142396" y="231793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14393495" y="231793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14644594" y="231793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14895693" y="231793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13891297" y="2560526"/>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14142396" y="2560526"/>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14393495" y="2560526"/>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14644594" y="2560526"/>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14895693" y="2560526"/>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13891297" y="2803113"/>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14142396" y="2803113"/>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4393495" y="2803113"/>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4644594" y="2803113"/>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14895693" y="2803113"/>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3891297" y="304570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4142396" y="304570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14393495" y="304570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4644594" y="304570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4895693" y="304570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13891297" y="328828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14142396" y="328828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14393495" y="328828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14644594" y="328828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14895693" y="328828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3891297" y="3530875"/>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4142396" y="3530875"/>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4393495" y="3530875"/>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4644594" y="3530875"/>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14895693" y="3530875"/>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3891297" y="3773462"/>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4142396" y="3773462"/>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4393495" y="3773462"/>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14644594" y="3773462"/>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14895693" y="3773462"/>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3891297" y="401605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14142396" y="401605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14393495" y="401605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14644594" y="401605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14895693" y="401605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13891297" y="4258637"/>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4142396" y="4258637"/>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14393495" y="4258637"/>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nvSpPr>
          <p:spPr>
            <a:xfrm>
              <a:off x="14644594" y="4258637"/>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nvSpPr>
          <p:spPr>
            <a:xfrm>
              <a:off x="14895693" y="4258637"/>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13891297" y="4501224"/>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14142396" y="4501224"/>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14393495" y="4501224"/>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a:off x="14644594" y="4501224"/>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a:off x="14895693" y="4501224"/>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a:off x="13891297" y="474381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14142396" y="474381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14393495" y="474381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14644594" y="474381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14895693" y="474381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13891297" y="4986399"/>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14142396" y="4986399"/>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14393495" y="4986399"/>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14644594" y="4986399"/>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14895693" y="4986399"/>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5" name="矩形 134"/>
          <p:cNvSpPr/>
          <p:nvPr userDrawn="1"/>
        </p:nvSpPr>
        <p:spPr>
          <a:xfrm>
            <a:off x="635" y="7160260"/>
            <a:ext cx="12858750" cy="87630"/>
          </a:xfrm>
          <a:prstGeom prst="rect">
            <a:avLst/>
          </a:prstGeom>
          <a:solidFill>
            <a:srgbClr val="0767A3"/>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图片2"/>
          <p:cNvPicPr>
            <a:picLocks noChangeAspect="1"/>
          </p:cNvPicPr>
          <p:nvPr userDrawn="1"/>
        </p:nvPicPr>
        <p:blipFill>
          <a:blip r:embed="rId2"/>
          <a:stretch>
            <a:fillRect/>
          </a:stretch>
        </p:blipFill>
        <p:spPr>
          <a:xfrm>
            <a:off x="1133475" y="1461770"/>
            <a:ext cx="1497330" cy="1257935"/>
          </a:xfrm>
          <a:prstGeom prst="rect">
            <a:avLst/>
          </a:prstGeom>
        </p:spPr>
      </p:pic>
      <p:pic>
        <p:nvPicPr>
          <p:cNvPr id="77" name="图片 76" descr="图片2"/>
          <p:cNvPicPr>
            <a:picLocks noChangeAspect="1"/>
          </p:cNvPicPr>
          <p:nvPr userDrawn="1"/>
        </p:nvPicPr>
        <p:blipFill>
          <a:blip r:embed="rId2"/>
          <a:stretch>
            <a:fillRect/>
          </a:stretch>
        </p:blipFill>
        <p:spPr>
          <a:xfrm>
            <a:off x="6673215" y="1393190"/>
            <a:ext cx="1497330" cy="1257935"/>
          </a:xfrm>
          <a:prstGeom prst="rect">
            <a:avLst/>
          </a:prstGeom>
        </p:spPr>
      </p:pic>
      <p:pic>
        <p:nvPicPr>
          <p:cNvPr id="78" name="图片 77" descr="图片2"/>
          <p:cNvPicPr>
            <a:picLocks noChangeAspect="1"/>
          </p:cNvPicPr>
          <p:nvPr userDrawn="1"/>
        </p:nvPicPr>
        <p:blipFill>
          <a:blip r:embed="rId2"/>
          <a:stretch>
            <a:fillRect/>
          </a:stretch>
        </p:blipFill>
        <p:spPr>
          <a:xfrm>
            <a:off x="3966845" y="1461770"/>
            <a:ext cx="1497330" cy="1257935"/>
          </a:xfrm>
          <a:prstGeom prst="rect">
            <a:avLst/>
          </a:prstGeom>
        </p:spPr>
      </p:pic>
      <p:pic>
        <p:nvPicPr>
          <p:cNvPr id="79" name="图片 78" descr="图片2"/>
          <p:cNvPicPr>
            <a:picLocks noChangeAspect="1"/>
          </p:cNvPicPr>
          <p:nvPr userDrawn="1"/>
        </p:nvPicPr>
        <p:blipFill>
          <a:blip r:embed="rId2"/>
          <a:stretch>
            <a:fillRect/>
          </a:stretch>
        </p:blipFill>
        <p:spPr>
          <a:xfrm>
            <a:off x="10066020" y="1290955"/>
            <a:ext cx="1497330" cy="1257935"/>
          </a:xfrm>
          <a:prstGeom prst="rect">
            <a:avLst/>
          </a:prstGeom>
        </p:spPr>
      </p:pic>
      <p:pic>
        <p:nvPicPr>
          <p:cNvPr id="80" name="图片 79" descr="图片2"/>
          <p:cNvPicPr>
            <a:picLocks noChangeAspect="1"/>
          </p:cNvPicPr>
          <p:nvPr userDrawn="1"/>
        </p:nvPicPr>
        <p:blipFill>
          <a:blip r:embed="rId2"/>
          <a:stretch>
            <a:fillRect/>
          </a:stretch>
        </p:blipFill>
        <p:spPr>
          <a:xfrm>
            <a:off x="1371600" y="4476750"/>
            <a:ext cx="1497330" cy="1257935"/>
          </a:xfrm>
          <a:prstGeom prst="rect">
            <a:avLst/>
          </a:prstGeom>
        </p:spPr>
      </p:pic>
      <p:pic>
        <p:nvPicPr>
          <p:cNvPr id="85" name="图片 84" descr="图片2"/>
          <p:cNvPicPr>
            <a:picLocks noChangeAspect="1"/>
          </p:cNvPicPr>
          <p:nvPr userDrawn="1"/>
        </p:nvPicPr>
        <p:blipFill>
          <a:blip r:embed="rId2"/>
          <a:stretch>
            <a:fillRect/>
          </a:stretch>
        </p:blipFill>
        <p:spPr>
          <a:xfrm>
            <a:off x="6812280" y="4305300"/>
            <a:ext cx="1497330" cy="1257935"/>
          </a:xfrm>
          <a:prstGeom prst="rect">
            <a:avLst/>
          </a:prstGeom>
        </p:spPr>
      </p:pic>
      <p:pic>
        <p:nvPicPr>
          <p:cNvPr id="86" name="图片 85" descr="图片2"/>
          <p:cNvPicPr>
            <a:picLocks noChangeAspect="1"/>
          </p:cNvPicPr>
          <p:nvPr userDrawn="1"/>
        </p:nvPicPr>
        <p:blipFill>
          <a:blip r:embed="rId2"/>
          <a:stretch>
            <a:fillRect/>
          </a:stretch>
        </p:blipFill>
        <p:spPr>
          <a:xfrm>
            <a:off x="3966845" y="4305300"/>
            <a:ext cx="1497330" cy="1257935"/>
          </a:xfrm>
          <a:prstGeom prst="rect">
            <a:avLst/>
          </a:prstGeom>
        </p:spPr>
      </p:pic>
      <p:pic>
        <p:nvPicPr>
          <p:cNvPr id="87" name="图片 86" descr="图片2"/>
          <p:cNvPicPr>
            <a:picLocks noChangeAspect="1"/>
          </p:cNvPicPr>
          <p:nvPr userDrawn="1"/>
        </p:nvPicPr>
        <p:blipFill>
          <a:blip r:embed="rId2"/>
          <a:stretch>
            <a:fillRect/>
          </a:stretch>
        </p:blipFill>
        <p:spPr>
          <a:xfrm>
            <a:off x="10066020" y="4305300"/>
            <a:ext cx="1497330" cy="1257935"/>
          </a:xfrm>
          <a:prstGeom prst="rect">
            <a:avLst/>
          </a:prstGeom>
        </p:spPr>
      </p:pic>
      <p:sp>
        <p:nvSpPr>
          <p:cNvPr id="4" name="任意多边形: 形状 50"/>
          <p:cNvSpPr/>
          <p:nvPr userDrawn="1"/>
        </p:nvSpPr>
        <p:spPr>
          <a:xfrm rot="18932100">
            <a:off x="9102985" y="1473268"/>
            <a:ext cx="1159449" cy="1159449"/>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767A3">
              <a:alpha val="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形状 51"/>
          <p:cNvSpPr/>
          <p:nvPr userDrawn="1"/>
        </p:nvSpPr>
        <p:spPr>
          <a:xfrm rot="18958199">
            <a:off x="10136715" y="3266146"/>
            <a:ext cx="462942" cy="46294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1"/>
          <p:cNvSpPr txBox="1"/>
          <p:nvPr userDrawn="1"/>
        </p:nvSpPr>
        <p:spPr>
          <a:xfrm>
            <a:off x="3907790" y="2265045"/>
            <a:ext cx="5037455" cy="1198880"/>
          </a:xfrm>
          <a:prstGeom prst="rect">
            <a:avLst/>
          </a:prstGeom>
          <a:noFill/>
        </p:spPr>
        <p:txBody>
          <a:bodyPr wrap="square" rtlCol="0">
            <a:spAutoFit/>
          </a:bodyPr>
          <a:lstStyle/>
          <a:p>
            <a:pPr algn="ctr"/>
            <a:r>
              <a:rPr lang="en-US" altLang="zh-CN" sz="7200" b="1" dirty="0">
                <a:solidFill>
                  <a:srgbClr val="066197"/>
                </a:solidFill>
                <a:latin typeface="微软雅黑" panose="020B0503020204020204" pitchFamily="34" charset="-122"/>
                <a:ea typeface="微软雅黑" panose="020B0503020204020204" pitchFamily="34" charset="-122"/>
              </a:rPr>
              <a:t>Thank You!</a:t>
            </a:r>
            <a:endParaRPr lang="en-US" altLang="zh-CN" sz="7200" b="1" dirty="0">
              <a:solidFill>
                <a:srgbClr val="066197"/>
              </a:solidFill>
              <a:latin typeface="微软雅黑" panose="020B0503020204020204" pitchFamily="34" charset="-122"/>
              <a:ea typeface="微软雅黑" panose="020B0503020204020204" pitchFamily="34" charset="-122"/>
            </a:endParaRPr>
          </a:p>
        </p:txBody>
      </p:sp>
      <p:cxnSp>
        <p:nvCxnSpPr>
          <p:cNvPr id="89" name="直接连接符 88"/>
          <p:cNvCxnSpPr/>
          <p:nvPr userDrawn="1"/>
        </p:nvCxnSpPr>
        <p:spPr>
          <a:xfrm>
            <a:off x="3900805" y="3392170"/>
            <a:ext cx="5051425" cy="0"/>
          </a:xfrm>
          <a:prstGeom prst="line">
            <a:avLst/>
          </a:prstGeom>
          <a:ln>
            <a:solidFill>
              <a:srgbClr val="535353"/>
            </a:solidFill>
          </a:ln>
        </p:spPr>
        <p:style>
          <a:lnRef idx="3">
            <a:schemeClr val="dk1"/>
          </a:lnRef>
          <a:fillRef idx="0">
            <a:schemeClr val="dk1"/>
          </a:fillRef>
          <a:effectRef idx="2">
            <a:schemeClr val="dk1"/>
          </a:effectRef>
          <a:fontRef idx="minor">
            <a:schemeClr val="tx1"/>
          </a:fontRef>
        </p:style>
      </p:cxnSp>
      <p:sp>
        <p:nvSpPr>
          <p:cNvPr id="90" name="文本框 6"/>
          <p:cNvSpPr txBox="1"/>
          <p:nvPr userDrawn="1"/>
        </p:nvSpPr>
        <p:spPr>
          <a:xfrm>
            <a:off x="4038600" y="3468370"/>
            <a:ext cx="4775835" cy="583565"/>
          </a:xfrm>
          <a:prstGeom prst="rect">
            <a:avLst/>
          </a:prstGeom>
          <a:noFill/>
        </p:spPr>
        <p:txBody>
          <a:bodyPr wrap="square" rtlCol="0">
            <a:spAutoFit/>
          </a:bodyPr>
          <a:lstStyle/>
          <a:p>
            <a:pPr marL="360045" algn="dist" eaLnBrk="1" latinLnBrk="0" hangingPunct="1"/>
            <a:r>
              <a:rPr lang="zh-CN" altLang="en-US" sz="3200">
                <a:solidFill>
                  <a:schemeClr val="accent4">
                    <a:lumMod val="50000"/>
                  </a:schemeClr>
                </a:solidFill>
                <a:latin typeface="字魂73号-江南手书" panose="00000500000000000000" charset="-122"/>
                <a:ea typeface="字魂73号-江南手书" panose="00000500000000000000" charset="-122"/>
                <a:cs typeface="字魂73号-江南手书" panose="00000500000000000000" charset="-122"/>
              </a:rPr>
              <a:t>力学笃行  志存高远</a:t>
            </a:r>
            <a:endParaRPr lang="zh-CN" altLang="en-US" sz="3200">
              <a:solidFill>
                <a:schemeClr val="accent4">
                  <a:lumMod val="50000"/>
                </a:schemeClr>
              </a:solidFill>
              <a:latin typeface="字魂73号-江南手书" panose="00000500000000000000" charset="-122"/>
              <a:ea typeface="字魂73号-江南手书" panose="00000500000000000000" charset="-122"/>
              <a:cs typeface="字魂73号-江南手书" panose="00000500000000000000" charset="-122"/>
            </a:endParaRPr>
          </a:p>
        </p:txBody>
      </p:sp>
      <p:pic>
        <p:nvPicPr>
          <p:cNvPr id="3" name="图片 2"/>
          <p:cNvPicPr>
            <a:picLocks noChangeAspect="1"/>
          </p:cNvPicPr>
          <p:nvPr userDrawn="1"/>
        </p:nvPicPr>
        <p:blipFill>
          <a:blip r:embed="rId3"/>
          <a:stretch>
            <a:fillRect/>
          </a:stretch>
        </p:blipFill>
        <p:spPr>
          <a:xfrm>
            <a:off x="1033729" y="4375800"/>
            <a:ext cx="2857143" cy="1419048"/>
          </a:xfrm>
          <a:prstGeom prst="rect">
            <a:avLst/>
          </a:prstGeom>
        </p:spPr>
      </p:pic>
      <p:pic>
        <p:nvPicPr>
          <p:cNvPr id="8" name="图片 7"/>
          <p:cNvPicPr>
            <a:picLocks noChangeAspect="1"/>
          </p:cNvPicPr>
          <p:nvPr userDrawn="1"/>
        </p:nvPicPr>
        <p:blipFill>
          <a:blip r:embed="rId3"/>
          <a:stretch>
            <a:fillRect/>
          </a:stretch>
        </p:blipFill>
        <p:spPr>
          <a:xfrm>
            <a:off x="3816072" y="4410145"/>
            <a:ext cx="2857143" cy="1419048"/>
          </a:xfrm>
          <a:prstGeom prst="rect">
            <a:avLst/>
          </a:prstGeom>
        </p:spPr>
      </p:pic>
      <p:pic>
        <p:nvPicPr>
          <p:cNvPr id="10" name="图片 9"/>
          <p:cNvPicPr>
            <a:picLocks noChangeAspect="1"/>
          </p:cNvPicPr>
          <p:nvPr userDrawn="1"/>
        </p:nvPicPr>
        <p:blipFill>
          <a:blip r:embed="rId3"/>
          <a:stretch>
            <a:fillRect/>
          </a:stretch>
        </p:blipFill>
        <p:spPr>
          <a:xfrm>
            <a:off x="5792013" y="4278768"/>
            <a:ext cx="2857143" cy="1419048"/>
          </a:xfrm>
          <a:prstGeom prst="rect">
            <a:avLst/>
          </a:prstGeom>
        </p:spPr>
      </p:pic>
      <p:pic>
        <p:nvPicPr>
          <p:cNvPr id="12" name="图片 11"/>
          <p:cNvPicPr>
            <a:picLocks noChangeAspect="1"/>
          </p:cNvPicPr>
          <p:nvPr userDrawn="1"/>
        </p:nvPicPr>
        <p:blipFill>
          <a:blip r:embed="rId3"/>
          <a:stretch>
            <a:fillRect/>
          </a:stretch>
        </p:blipFill>
        <p:spPr>
          <a:xfrm>
            <a:off x="9165679" y="4238224"/>
            <a:ext cx="2857143" cy="1419048"/>
          </a:xfrm>
          <a:prstGeom prst="rect">
            <a:avLst/>
          </a:prstGeom>
        </p:spPr>
      </p:pic>
      <p:pic>
        <p:nvPicPr>
          <p:cNvPr id="92" name="图片 91"/>
          <p:cNvPicPr>
            <a:picLocks noChangeAspect="1"/>
          </p:cNvPicPr>
          <p:nvPr userDrawn="1"/>
        </p:nvPicPr>
        <p:blipFill>
          <a:blip r:embed="rId3"/>
          <a:stretch>
            <a:fillRect/>
          </a:stretch>
        </p:blipFill>
        <p:spPr>
          <a:xfrm>
            <a:off x="9766302" y="1013956"/>
            <a:ext cx="2857143" cy="1419048"/>
          </a:xfrm>
          <a:prstGeom prst="rect">
            <a:avLst/>
          </a:prstGeom>
        </p:spPr>
      </p:pic>
      <p:pic>
        <p:nvPicPr>
          <p:cNvPr id="94" name="图片 93"/>
          <p:cNvPicPr>
            <a:picLocks noChangeAspect="1"/>
          </p:cNvPicPr>
          <p:nvPr userDrawn="1"/>
        </p:nvPicPr>
        <p:blipFill>
          <a:blip r:embed="rId3"/>
          <a:stretch>
            <a:fillRect/>
          </a:stretch>
        </p:blipFill>
        <p:spPr>
          <a:xfrm>
            <a:off x="517069" y="1173658"/>
            <a:ext cx="2857143" cy="1419048"/>
          </a:xfrm>
          <a:prstGeom prst="rect">
            <a:avLst/>
          </a:prstGeom>
        </p:spPr>
      </p:pic>
      <p:pic>
        <p:nvPicPr>
          <p:cNvPr id="128" name="图片 127"/>
          <p:cNvPicPr>
            <a:picLocks noChangeAspect="1"/>
          </p:cNvPicPr>
          <p:nvPr userDrawn="1"/>
        </p:nvPicPr>
        <p:blipFill>
          <a:blip r:embed="rId3"/>
          <a:stretch>
            <a:fillRect/>
          </a:stretch>
        </p:blipFill>
        <p:spPr>
          <a:xfrm>
            <a:off x="2877818" y="1024383"/>
            <a:ext cx="2857143" cy="1419048"/>
          </a:xfrm>
          <a:prstGeom prst="rect">
            <a:avLst/>
          </a:prstGeom>
        </p:spPr>
      </p:pic>
      <p:pic>
        <p:nvPicPr>
          <p:cNvPr id="130" name="图片 129"/>
          <p:cNvPicPr>
            <a:picLocks noChangeAspect="1"/>
          </p:cNvPicPr>
          <p:nvPr userDrawn="1"/>
        </p:nvPicPr>
        <p:blipFill>
          <a:blip r:embed="rId3"/>
          <a:stretch>
            <a:fillRect/>
          </a:stretch>
        </p:blipFill>
        <p:spPr>
          <a:xfrm>
            <a:off x="5957292" y="995663"/>
            <a:ext cx="2857143" cy="141904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32BF82D2-7A68-459D-A996-9BDDA2518FA4}" type="datetimeFigureOut">
              <a:rPr lang="zh-CN" altLang="en-US" smtClean="0"/>
            </a:fld>
            <a:endParaRPr lang="zh-CN" altLang="en-US" dirty="0"/>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3E01EE5D-26FB-46D5-A381-ECFB35BF1D3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84039" y="6703595"/>
            <a:ext cx="2893219" cy="385072"/>
          </a:xfrm>
          <a:prstGeom prst="rect">
            <a:avLst/>
          </a:prstGeom>
        </p:spPr>
        <p:txBody>
          <a:bodyPr vert="horz" lIns="91440" tIns="45720" rIns="91440" bIns="45720" rtlCol="0" anchor="ctr"/>
          <a:lstStyle>
            <a:lvl1pPr algn="l">
              <a:defRPr sz="1265">
                <a:solidFill>
                  <a:schemeClr val="tx1">
                    <a:tint val="75000"/>
                  </a:schemeClr>
                </a:solidFill>
                <a:latin typeface="印品黑体" panose="00000500000000000000" pitchFamily="2" charset="-122"/>
              </a:defRPr>
            </a:lvl1pPr>
          </a:lstStyle>
          <a:p>
            <a:fld id="{32BF82D2-7A68-459D-A996-9BDDA2518FA4}" type="datetimeFigureOut">
              <a:rPr lang="zh-CN" altLang="en-US" smtClean="0"/>
            </a:fld>
            <a:endParaRPr lang="zh-CN" altLang="en-US" dirty="0"/>
          </a:p>
        </p:txBody>
      </p:sp>
      <p:sp>
        <p:nvSpPr>
          <p:cNvPr id="5" name="Footer Placeholder 4"/>
          <p:cNvSpPr>
            <a:spLocks noGrp="1"/>
          </p:cNvSpPr>
          <p:nvPr>
            <p:ph type="ftr" sz="quarter" idx="3"/>
          </p:nvPr>
        </p:nvSpPr>
        <p:spPr>
          <a:xfrm>
            <a:off x="4259461" y="6703595"/>
            <a:ext cx="4339828" cy="385072"/>
          </a:xfrm>
          <a:prstGeom prst="rect">
            <a:avLst/>
          </a:prstGeom>
        </p:spPr>
        <p:txBody>
          <a:bodyPr vert="horz" lIns="91440" tIns="45720" rIns="91440" bIns="45720" rtlCol="0" anchor="ctr"/>
          <a:lstStyle>
            <a:lvl1pPr algn="ctr">
              <a:defRPr sz="1265">
                <a:solidFill>
                  <a:schemeClr val="tx1">
                    <a:tint val="75000"/>
                  </a:schemeClr>
                </a:solidFill>
                <a:latin typeface="印品黑体" panose="00000500000000000000" pitchFamily="2" charset="-122"/>
              </a:defRPr>
            </a:lvl1pPr>
          </a:lstStyle>
          <a:p>
            <a:endParaRPr lang="zh-CN" altLang="en-US" dirty="0"/>
          </a:p>
        </p:txBody>
      </p:sp>
      <p:sp>
        <p:nvSpPr>
          <p:cNvPr id="6" name="Slide Number Placeholder 5"/>
          <p:cNvSpPr>
            <a:spLocks noGrp="1"/>
          </p:cNvSpPr>
          <p:nvPr>
            <p:ph type="sldNum" sz="quarter" idx="4"/>
          </p:nvPr>
        </p:nvSpPr>
        <p:spPr>
          <a:xfrm>
            <a:off x="9081492" y="6703595"/>
            <a:ext cx="2893219" cy="385072"/>
          </a:xfrm>
          <a:prstGeom prst="rect">
            <a:avLst/>
          </a:prstGeom>
        </p:spPr>
        <p:txBody>
          <a:bodyPr vert="horz" lIns="91440" tIns="45720" rIns="91440" bIns="45720" rtlCol="0" anchor="ctr"/>
          <a:lstStyle>
            <a:lvl1pPr algn="r">
              <a:defRPr sz="1265">
                <a:solidFill>
                  <a:schemeClr val="tx1">
                    <a:tint val="75000"/>
                  </a:schemeClr>
                </a:solidFill>
                <a:latin typeface="印品黑体" panose="00000500000000000000" pitchFamily="2" charset="-122"/>
              </a:defRPr>
            </a:lvl1pPr>
          </a:lstStyle>
          <a:p>
            <a:fld id="{3E01EE5D-26FB-46D5-A381-ECFB35BF1D3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p:titleStyle>
    <p:bodyStyle>
      <a:lvl1pPr marL="241300" indent="-241300" algn="l" defTabSz="964565" rtl="0" eaLnBrk="1" latinLnBrk="0" hangingPunct="1">
        <a:lnSpc>
          <a:spcPct val="90000"/>
        </a:lnSpc>
        <a:spcBef>
          <a:spcPts val="1055"/>
        </a:spcBef>
        <a:buFont typeface="Arial" panose="020B0604020202020204" pitchFamily="34" charset="0"/>
        <a:buChar char="•"/>
        <a:defRPr sz="2955" kern="1200">
          <a:solidFill>
            <a:schemeClr val="tx1"/>
          </a:solidFill>
          <a:latin typeface="印品黑体" panose="00000500000000000000" pitchFamily="2" charset="-122"/>
          <a:ea typeface="+mn-ea"/>
          <a:cs typeface="+mn-cs"/>
        </a:defRPr>
      </a:lvl1pPr>
      <a:lvl2pPr marL="723265" indent="-241300" algn="l" defTabSz="964565" rtl="0" eaLnBrk="1" latinLnBrk="0" hangingPunct="1">
        <a:lnSpc>
          <a:spcPct val="90000"/>
        </a:lnSpc>
        <a:spcBef>
          <a:spcPts val="525"/>
        </a:spcBef>
        <a:buFont typeface="Arial" panose="020B0604020202020204" pitchFamily="34" charset="0"/>
        <a:buChar char="•"/>
        <a:defRPr sz="2530" kern="1200">
          <a:solidFill>
            <a:schemeClr val="tx1"/>
          </a:solidFill>
          <a:latin typeface="印品黑体" panose="00000500000000000000" pitchFamily="2" charset="-122"/>
          <a:ea typeface="+mn-ea"/>
          <a:cs typeface="+mn-cs"/>
        </a:defRPr>
      </a:lvl2pPr>
      <a:lvl3pPr marL="1205230" indent="-241300" algn="l" defTabSz="964565" rtl="0" eaLnBrk="1" latinLnBrk="0" hangingPunct="1">
        <a:lnSpc>
          <a:spcPct val="90000"/>
        </a:lnSpc>
        <a:spcBef>
          <a:spcPts val="525"/>
        </a:spcBef>
        <a:buFont typeface="Arial" panose="020B0604020202020204" pitchFamily="34" charset="0"/>
        <a:buChar char="•"/>
        <a:defRPr sz="2110" kern="1200">
          <a:solidFill>
            <a:schemeClr val="tx1"/>
          </a:solidFill>
          <a:latin typeface="印品黑体" panose="00000500000000000000" pitchFamily="2" charset="-122"/>
          <a:ea typeface="+mn-ea"/>
          <a:cs typeface="+mn-cs"/>
        </a:defRPr>
      </a:lvl3pPr>
      <a:lvl4pPr marL="1687830" indent="-241300" algn="l" defTabSz="964565" rtl="0" eaLnBrk="1" latinLnBrk="0" hangingPunct="1">
        <a:lnSpc>
          <a:spcPct val="90000"/>
        </a:lnSpc>
        <a:spcBef>
          <a:spcPts val="525"/>
        </a:spcBef>
        <a:buFont typeface="Arial" panose="020B0604020202020204" pitchFamily="34" charset="0"/>
        <a:buChar char="•"/>
        <a:defRPr sz="1900" kern="1200">
          <a:solidFill>
            <a:schemeClr val="tx1"/>
          </a:solidFill>
          <a:latin typeface="印品黑体" panose="00000500000000000000" pitchFamily="2" charset="-122"/>
          <a:ea typeface="+mn-ea"/>
          <a:cs typeface="+mn-cs"/>
        </a:defRPr>
      </a:lvl4pPr>
      <a:lvl5pPr marL="2169795" indent="-241300" algn="l" defTabSz="964565" rtl="0" eaLnBrk="1" latinLnBrk="0" hangingPunct="1">
        <a:lnSpc>
          <a:spcPct val="90000"/>
        </a:lnSpc>
        <a:spcBef>
          <a:spcPts val="525"/>
        </a:spcBef>
        <a:buFont typeface="Arial" panose="020B0604020202020204" pitchFamily="34" charset="0"/>
        <a:buChar char="•"/>
        <a:defRPr sz="1900" kern="1200">
          <a:solidFill>
            <a:schemeClr val="tx1"/>
          </a:solidFill>
          <a:latin typeface="印品黑体" panose="00000500000000000000" pitchFamily="2" charset="-122"/>
          <a:ea typeface="+mn-ea"/>
          <a:cs typeface="+mn-cs"/>
        </a:defRPr>
      </a:lvl5pPr>
      <a:lvl6pPr marL="2651760" indent="-241300" algn="l" defTabSz="964565"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4565"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4565"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4565"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p:bodyStyle>
    <p:otherStyle>
      <a:defPPr>
        <a:defRPr lang="en-US"/>
      </a:defPPr>
      <a:lvl1pPr marL="0" algn="l" defTabSz="964565" rtl="0" eaLnBrk="1" latinLnBrk="0" hangingPunct="1">
        <a:defRPr sz="1900" kern="1200">
          <a:solidFill>
            <a:schemeClr val="tx1"/>
          </a:solidFill>
          <a:latin typeface="+mn-lt"/>
          <a:ea typeface="+mn-ea"/>
          <a:cs typeface="+mn-cs"/>
        </a:defRPr>
      </a:lvl1pPr>
      <a:lvl2pPr marL="481965" algn="l" defTabSz="964565" rtl="0" eaLnBrk="1" latinLnBrk="0" hangingPunct="1">
        <a:defRPr sz="1900" kern="1200">
          <a:solidFill>
            <a:schemeClr val="tx1"/>
          </a:solidFill>
          <a:latin typeface="+mn-lt"/>
          <a:ea typeface="+mn-ea"/>
          <a:cs typeface="+mn-cs"/>
        </a:defRPr>
      </a:lvl2pPr>
      <a:lvl3pPr marL="964565" algn="l" defTabSz="964565" rtl="0" eaLnBrk="1" latinLnBrk="0" hangingPunct="1">
        <a:defRPr sz="1900" kern="1200">
          <a:solidFill>
            <a:schemeClr val="tx1"/>
          </a:solidFill>
          <a:latin typeface="+mn-lt"/>
          <a:ea typeface="+mn-ea"/>
          <a:cs typeface="+mn-cs"/>
        </a:defRPr>
      </a:lvl3pPr>
      <a:lvl4pPr marL="1446530" algn="l" defTabSz="964565" rtl="0" eaLnBrk="1" latinLnBrk="0" hangingPunct="1">
        <a:defRPr sz="1900" kern="1200">
          <a:solidFill>
            <a:schemeClr val="tx1"/>
          </a:solidFill>
          <a:latin typeface="+mn-lt"/>
          <a:ea typeface="+mn-ea"/>
          <a:cs typeface="+mn-cs"/>
        </a:defRPr>
      </a:lvl4pPr>
      <a:lvl5pPr marL="1928495" algn="l" defTabSz="964565" rtl="0" eaLnBrk="1" latinLnBrk="0" hangingPunct="1">
        <a:defRPr sz="1900" kern="1200">
          <a:solidFill>
            <a:schemeClr val="tx1"/>
          </a:solidFill>
          <a:latin typeface="+mn-lt"/>
          <a:ea typeface="+mn-ea"/>
          <a:cs typeface="+mn-cs"/>
        </a:defRPr>
      </a:lvl5pPr>
      <a:lvl6pPr marL="2411095" algn="l" defTabSz="964565" rtl="0" eaLnBrk="1" latinLnBrk="0" hangingPunct="1">
        <a:defRPr sz="1900" kern="1200">
          <a:solidFill>
            <a:schemeClr val="tx1"/>
          </a:solidFill>
          <a:latin typeface="+mn-lt"/>
          <a:ea typeface="+mn-ea"/>
          <a:cs typeface="+mn-cs"/>
        </a:defRPr>
      </a:lvl6pPr>
      <a:lvl7pPr marL="2893060" algn="l" defTabSz="964565" rtl="0" eaLnBrk="1" latinLnBrk="0" hangingPunct="1">
        <a:defRPr sz="1900" kern="1200">
          <a:solidFill>
            <a:schemeClr val="tx1"/>
          </a:solidFill>
          <a:latin typeface="+mn-lt"/>
          <a:ea typeface="+mn-ea"/>
          <a:cs typeface="+mn-cs"/>
        </a:defRPr>
      </a:lvl7pPr>
      <a:lvl8pPr marL="3375025" algn="l" defTabSz="964565" rtl="0" eaLnBrk="1" latinLnBrk="0" hangingPunct="1">
        <a:defRPr sz="1900" kern="1200">
          <a:solidFill>
            <a:schemeClr val="tx1"/>
          </a:solidFill>
          <a:latin typeface="+mn-lt"/>
          <a:ea typeface="+mn-ea"/>
          <a:cs typeface="+mn-cs"/>
        </a:defRPr>
      </a:lvl8pPr>
      <a:lvl9pPr marL="3856990" algn="l" defTabSz="964565"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9.png"/><Relationship Id="rId2" Type="http://schemas.openxmlformats.org/officeDocument/2006/relationships/hyperlink" Target="https://cn.piliapp.com/random/dice/" TargetMode="Externa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0.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3.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image" Target="../media/image8.png"/><Relationship Id="rId2" Type="http://schemas.openxmlformats.org/officeDocument/2006/relationships/tags" Target="../tags/tag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xml"/><Relationship Id="rId2" Type="http://schemas.openxmlformats.org/officeDocument/2006/relationships/image" Target="../media/image11.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xml"/><Relationship Id="rId2" Type="http://schemas.openxmlformats.org/officeDocument/2006/relationships/image" Target="../media/image12.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3.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684959" y="1498476"/>
            <a:ext cx="7606030" cy="923330"/>
          </a:xfrm>
          <a:prstGeom prst="rect">
            <a:avLst/>
          </a:prstGeom>
          <a:noFill/>
        </p:spPr>
        <p:txBody>
          <a:bodyPr wrap="square" rtlCol="0">
            <a:spAutoFit/>
          </a:bodyPr>
          <a:lstStyle/>
          <a:p>
            <a:pPr algn="ctr"/>
            <a:r>
              <a:rPr lang="zh-CN" altLang="en-US" sz="5400" b="1" dirty="0">
                <a:solidFill>
                  <a:schemeClr val="bg1"/>
                </a:solidFill>
                <a:latin typeface="微软雅黑" panose="020B0503020204020204" pitchFamily="34" charset="-122"/>
                <a:ea typeface="微软雅黑" panose="020B0503020204020204" pitchFamily="34" charset="-122"/>
                <a:sym typeface="+mn-ea"/>
              </a:rPr>
              <a:t>随机数</a:t>
            </a:r>
            <a:endParaRPr lang="en-US" altLang="zh-CN" sz="5400" b="1" dirty="0">
              <a:solidFill>
                <a:schemeClr val="bg1"/>
              </a:solidFill>
              <a:latin typeface="微软雅黑" panose="020B0503020204020204" pitchFamily="34" charset="-122"/>
              <a:ea typeface="微软雅黑" panose="020B0503020204020204" pitchFamily="34" charset="-122"/>
              <a:sym typeface="+mn-ea"/>
            </a:endParaRPr>
          </a:p>
        </p:txBody>
      </p:sp>
      <p:sp>
        <p:nvSpPr>
          <p:cNvPr id="6" name="TextBox 7"/>
          <p:cNvSpPr txBox="1"/>
          <p:nvPr/>
        </p:nvSpPr>
        <p:spPr>
          <a:xfrm>
            <a:off x="4125119" y="3400926"/>
            <a:ext cx="4968552" cy="521970"/>
          </a:xfrm>
          <a:prstGeom prst="rect">
            <a:avLst/>
          </a:prstGeom>
          <a:noFill/>
        </p:spPr>
        <p:txBody>
          <a:bodyPr wrap="square" rtlCol="0" anchor="ctr">
            <a:sp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rPr>
              <a:t>周磊</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3981103" y="5272509"/>
            <a:ext cx="5582514" cy="108012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84870" y="159734"/>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solidFill>
                  <a:srgbClr val="FFC000"/>
                </a:solidFill>
              </a:rPr>
              <a:t>C</a:t>
            </a:r>
            <a:r>
              <a:rPr kumimoji="1" lang="zh-CN" altLang="en-US" dirty="0">
                <a:solidFill>
                  <a:srgbClr val="FFC000"/>
                </a:solidFill>
              </a:rPr>
              <a:t>语言</a:t>
            </a:r>
            <a:endParaRPr kumimoji="1" lang="zh-CN" altLang="en-US" dirty="0">
              <a:solidFill>
                <a:srgbClr val="FFC000"/>
              </a:solidFill>
            </a:endParaRPr>
          </a:p>
        </p:txBody>
      </p:sp>
      <p:sp>
        <p:nvSpPr>
          <p:cNvPr id="4" name="文本占位符 3"/>
          <p:cNvSpPr>
            <a:spLocks noGrp="1"/>
          </p:cNvSpPr>
          <p:nvPr/>
        </p:nvSpPr>
        <p:spPr>
          <a:xfrm>
            <a:off x="884870" y="855626"/>
            <a:ext cx="10749599"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charset="-122"/>
                <a:ea typeface="黑体" panose="02010609060101010101"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charset="-122"/>
                <a:ea typeface="黑体" panose="02010609060101010101"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endParaRPr kumimoji="1" lang="zh-CN" altLang="en-US" dirty="0">
              <a:solidFill>
                <a:srgbClr val="FF0000"/>
              </a:solidFill>
            </a:endParaRPr>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sz="2000" b="1" dirty="0">
                <a:solidFill>
                  <a:srgbClr val="FFFFFF"/>
                </a:solidFill>
              </a:rPr>
              <a:t>知识回顾 </a:t>
            </a:r>
            <a:r>
              <a:rPr lang="zh-CN" altLang="en-US" b="1" dirty="0"/>
              <a:t>新课导入  目标及重难点  新授 总结与合作探究  作业  限时检测</a:t>
            </a:r>
            <a:endParaRPr lang="zh-CN" altLang="en-US" b="1" dirty="0"/>
          </a:p>
        </p:txBody>
      </p:sp>
      <p:sp>
        <p:nvSpPr>
          <p:cNvPr id="6" name="箭头: 上 5"/>
          <p:cNvSpPr/>
          <p:nvPr/>
        </p:nvSpPr>
        <p:spPr>
          <a:xfrm>
            <a:off x="45271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2" name="文本占位符 2"/>
          <p:cNvSpPr>
            <a:spLocks noGrp="1"/>
          </p:cNvSpPr>
          <p:nvPr/>
        </p:nvSpPr>
        <p:spPr>
          <a:xfrm>
            <a:off x="2972991" y="1312069"/>
            <a:ext cx="6480720" cy="3896981"/>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charset="-122"/>
                <a:ea typeface="黑体" panose="02010609060101010101" charset="-122"/>
                <a:cs typeface="+mn-cs"/>
              </a:defRPr>
            </a:lvl2pPr>
            <a:lvl3pPr marL="1219200" indent="0" algn="l" rtl="0" eaLnBrk="0" fontAlgn="base" hangingPunct="0">
              <a:spcBef>
                <a:spcPct val="20000"/>
              </a:spcBef>
              <a:spcAft>
                <a:spcPct val="0"/>
              </a:spcAft>
              <a:buFont typeface="Arial" panose="020B0604020202020204" pitchFamily="34" charset="0"/>
              <a:buNone/>
              <a:defRPr sz="1865" b="1" kern="1200">
                <a:solidFill>
                  <a:schemeClr val="tx1"/>
                </a:solidFill>
                <a:latin typeface="黑体" panose="02010609060101010101" charset="-122"/>
                <a:ea typeface="黑体" panose="02010609060101010101" charset="-122"/>
                <a:cs typeface="+mn-cs"/>
              </a:defRPr>
            </a:lvl3pPr>
            <a:lvl4pPr marL="1828800" indent="0" algn="l" rtl="0" eaLnBrk="0" fontAlgn="base" hangingPunct="0">
              <a:spcBef>
                <a:spcPct val="20000"/>
              </a:spcBef>
              <a:spcAft>
                <a:spcPct val="0"/>
              </a:spcAft>
              <a:buFont typeface="Arial" panose="020B0604020202020204" pitchFamily="34" charset="0"/>
              <a:buNone/>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0" indent="0">
              <a:lnSpc>
                <a:spcPct val="100000"/>
              </a:lnSpc>
              <a:buNone/>
            </a:pPr>
            <a:endParaRPr lang="en-US" altLang="zh-CN" sz="6600" dirty="0"/>
          </a:p>
        </p:txBody>
      </p:sp>
      <p:sp>
        <p:nvSpPr>
          <p:cNvPr id="7" name="文本占位符 2"/>
          <p:cNvSpPr>
            <a:spLocks noGrp="1"/>
          </p:cNvSpPr>
          <p:nvPr/>
        </p:nvSpPr>
        <p:spPr>
          <a:xfrm>
            <a:off x="3837087" y="2032149"/>
            <a:ext cx="5472608" cy="221950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charset="-122"/>
                <a:ea typeface="黑体" panose="02010609060101010101" charset="-122"/>
                <a:cs typeface="+mn-cs"/>
              </a:defRPr>
            </a:lvl2pPr>
            <a:lvl3pPr marL="1219200" indent="0" algn="l" rtl="0" eaLnBrk="0" fontAlgn="base" hangingPunct="0">
              <a:spcBef>
                <a:spcPct val="20000"/>
              </a:spcBef>
              <a:spcAft>
                <a:spcPct val="0"/>
              </a:spcAft>
              <a:buFont typeface="Arial" panose="020B0604020202020204" pitchFamily="34" charset="0"/>
              <a:buNone/>
              <a:defRPr sz="1865" b="1" kern="1200">
                <a:solidFill>
                  <a:schemeClr val="tx1"/>
                </a:solidFill>
                <a:latin typeface="黑体" panose="02010609060101010101" charset="-122"/>
                <a:ea typeface="黑体" panose="02010609060101010101" charset="-122"/>
                <a:cs typeface="+mn-cs"/>
              </a:defRPr>
            </a:lvl3pPr>
            <a:lvl4pPr marL="1828800" indent="0" algn="l" rtl="0" eaLnBrk="0" fontAlgn="base" hangingPunct="0">
              <a:spcBef>
                <a:spcPct val="20000"/>
              </a:spcBef>
              <a:spcAft>
                <a:spcPct val="0"/>
              </a:spcAft>
              <a:buFont typeface="Arial" panose="020B0604020202020204" pitchFamily="34" charset="0"/>
              <a:buNone/>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0" indent="0">
              <a:lnSpc>
                <a:spcPct val="100000"/>
              </a:lnSpc>
              <a:buNone/>
            </a:pPr>
            <a:r>
              <a:rPr lang="en-US" altLang="zh-CN" sz="4800" dirty="0"/>
              <a:t>math</a:t>
            </a:r>
            <a:r>
              <a:rPr lang="zh-CN" altLang="en-US" sz="4800" dirty="0"/>
              <a:t>函数</a:t>
            </a:r>
            <a:endParaRPr lang="en-US" altLang="zh-CN" sz="480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nvSpPr>
        <p:spPr>
          <a:xfrm>
            <a:off x="710881" y="1646134"/>
            <a:ext cx="10749598" cy="4462058"/>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charset="-122"/>
                <a:ea typeface="黑体" panose="02010609060101010101"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endParaRPr lang="en-US" altLang="zh-CN" dirty="0"/>
          </a:p>
        </p:txBody>
      </p:sp>
      <p:sp>
        <p:nvSpPr>
          <p:cNvPr id="3" name="标题 2"/>
          <p:cNvSpPr>
            <a:spLocks noGrp="1"/>
          </p:cNvSpPr>
          <p:nvPr/>
        </p:nvSpPr>
        <p:spPr>
          <a:xfrm>
            <a:off x="883823" y="201777"/>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a:t>
            </a:r>
            <a:r>
              <a:rPr lang="zh-CN" altLang="en-US" sz="2000" b="1" dirty="0">
                <a:solidFill>
                  <a:schemeClr val="bg1"/>
                </a:solidFill>
              </a:rPr>
              <a:t>新课导入</a:t>
            </a:r>
            <a:r>
              <a:rPr lang="zh-CN" altLang="en-US" sz="2000" b="1" dirty="0"/>
              <a:t>  </a:t>
            </a:r>
            <a:r>
              <a:rPr lang="zh-CN" altLang="en-US" b="1" dirty="0"/>
              <a:t>目标及重难点  新授 总结与合作探究  作业  限时检测</a:t>
            </a:r>
            <a:endParaRPr lang="zh-CN" altLang="en-US" b="1" dirty="0"/>
          </a:p>
        </p:txBody>
      </p:sp>
      <p:sp>
        <p:nvSpPr>
          <p:cNvPr id="2" name="箭头: 上 1"/>
          <p:cNvSpPr/>
          <p:nvPr/>
        </p:nvSpPr>
        <p:spPr>
          <a:xfrm>
            <a:off x="1460823"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4" name="文本框 3"/>
          <p:cNvSpPr txBox="1"/>
          <p:nvPr/>
        </p:nvSpPr>
        <p:spPr>
          <a:xfrm>
            <a:off x="1676847" y="1056132"/>
            <a:ext cx="9793088" cy="1107996"/>
          </a:xfrm>
          <a:prstGeom prst="rect">
            <a:avLst/>
          </a:prstGeom>
          <a:noFill/>
        </p:spPr>
        <p:txBody>
          <a:bodyPr wrap="square" rtlCol="0">
            <a:spAutoFit/>
          </a:bodyPr>
          <a:lstStyle/>
          <a:p>
            <a:r>
              <a:rPr lang="zh-CN" altLang="en-US" sz="6600" b="1" u="sng" dirty="0">
                <a:solidFill>
                  <a:srgbClr val="4007A2"/>
                </a:solidFill>
                <a:effectLst/>
                <a:latin typeface="Arial" panose="020B0604020202020204" pitchFamily="34" charset="0"/>
                <a:hlinkClick r:id="rId2"/>
              </a:rPr>
              <a:t>掷骰子</a:t>
            </a:r>
            <a:r>
              <a:rPr lang="zh-CN" altLang="en-US" sz="6600" b="1" u="sng" dirty="0">
                <a:solidFill>
                  <a:srgbClr val="4007A2"/>
                </a:solidFill>
                <a:effectLst/>
                <a:latin typeface="Arial" panose="020B0604020202020204" pitchFamily="34" charset="0"/>
              </a:rPr>
              <a:t>的数是随机的吗？</a:t>
            </a:r>
            <a:endParaRPr lang="zh-CN" altLang="en-US" sz="6600" b="1" dirty="0">
              <a:solidFill>
                <a:srgbClr val="71777D"/>
              </a:solidFill>
              <a:effectLst/>
              <a:latin typeface="Arial" panose="020B0604020202020204" pitchFamily="34" charset="0"/>
            </a:endParaRPr>
          </a:p>
        </p:txBody>
      </p:sp>
      <p:pic>
        <p:nvPicPr>
          <p:cNvPr id="10" name="图片 9"/>
          <p:cNvPicPr>
            <a:picLocks noChangeAspect="1"/>
          </p:cNvPicPr>
          <p:nvPr/>
        </p:nvPicPr>
        <p:blipFill>
          <a:blip r:embed="rId3"/>
          <a:stretch>
            <a:fillRect/>
          </a:stretch>
        </p:blipFill>
        <p:spPr>
          <a:xfrm>
            <a:off x="2642392" y="2226394"/>
            <a:ext cx="6886575" cy="44862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nvSpPr>
        <p:spPr>
          <a:xfrm>
            <a:off x="710881" y="1646134"/>
            <a:ext cx="10749598" cy="4462058"/>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charset="-122"/>
                <a:ea typeface="黑体" panose="02010609060101010101"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endParaRPr lang="en-US" altLang="zh-CN" dirty="0"/>
          </a:p>
        </p:txBody>
      </p:sp>
      <p:sp>
        <p:nvSpPr>
          <p:cNvPr id="3" name="标题 2"/>
          <p:cNvSpPr>
            <a:spLocks noGrp="1"/>
          </p:cNvSpPr>
          <p:nvPr/>
        </p:nvSpPr>
        <p:spPr>
          <a:xfrm>
            <a:off x="883823" y="201777"/>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a:t>
            </a:r>
            <a:r>
              <a:rPr lang="zh-CN" altLang="en-US" sz="2000" b="1" dirty="0">
                <a:solidFill>
                  <a:schemeClr val="bg1"/>
                </a:solidFill>
              </a:rPr>
              <a:t>新课导入</a:t>
            </a:r>
            <a:r>
              <a:rPr lang="zh-CN" altLang="en-US" sz="2000" b="1" dirty="0"/>
              <a:t>  </a:t>
            </a:r>
            <a:r>
              <a:rPr lang="zh-CN" altLang="en-US" b="1" dirty="0"/>
              <a:t>目标及重难点  新授 总结与合作探究  作业  限时检测</a:t>
            </a:r>
            <a:endParaRPr lang="zh-CN" altLang="en-US" b="1" dirty="0"/>
          </a:p>
        </p:txBody>
      </p:sp>
      <p:sp>
        <p:nvSpPr>
          <p:cNvPr id="2" name="箭头: 上 1"/>
          <p:cNvSpPr/>
          <p:nvPr/>
        </p:nvSpPr>
        <p:spPr>
          <a:xfrm>
            <a:off x="1460823"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pic>
        <p:nvPicPr>
          <p:cNvPr id="17" name="图片 16"/>
          <p:cNvPicPr>
            <a:picLocks noChangeAspect="1"/>
          </p:cNvPicPr>
          <p:nvPr/>
        </p:nvPicPr>
        <p:blipFill>
          <a:blip r:embed="rId2"/>
          <a:stretch>
            <a:fillRect/>
          </a:stretch>
        </p:blipFill>
        <p:spPr>
          <a:xfrm>
            <a:off x="1116823" y="966509"/>
            <a:ext cx="10329719" cy="519395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a:t>
            </a:r>
            <a:r>
              <a:rPr lang="zh-CN" altLang="en-US" sz="2000" b="1" dirty="0">
                <a:solidFill>
                  <a:schemeClr val="bg1"/>
                </a:solidFill>
              </a:rPr>
              <a:t>目标及重难点  </a:t>
            </a:r>
            <a:r>
              <a:rPr lang="zh-CN" altLang="en-US" b="1" dirty="0"/>
              <a:t>新授 总结与合作探究  作业  限时检测</a:t>
            </a:r>
            <a:endParaRPr lang="zh-CN" altLang="en-US" b="1" dirty="0"/>
          </a:p>
        </p:txBody>
      </p:sp>
      <p:sp>
        <p:nvSpPr>
          <p:cNvPr id="10" name="箭头: 上 9"/>
          <p:cNvSpPr/>
          <p:nvPr/>
        </p:nvSpPr>
        <p:spPr>
          <a:xfrm>
            <a:off x="2756967"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2" name="标题 3"/>
          <p:cNvSpPr>
            <a:spLocks noGrp="1"/>
          </p:cNvSpPr>
          <p:nvPr/>
        </p:nvSpPr>
        <p:spPr>
          <a:xfrm>
            <a:off x="2026555" y="2968253"/>
            <a:ext cx="2160240" cy="81407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lang="zh-CN" altLang="en-US" sz="4800" dirty="0"/>
              <a:t>目标：</a:t>
            </a:r>
            <a:endParaRPr lang="en-US" altLang="zh-CN" sz="4800" dirty="0"/>
          </a:p>
        </p:txBody>
      </p:sp>
      <p:sp>
        <p:nvSpPr>
          <p:cNvPr id="4" name="文本占位符 2"/>
          <p:cNvSpPr>
            <a:spLocks noGrp="1"/>
          </p:cNvSpPr>
          <p:nvPr/>
        </p:nvSpPr>
        <p:spPr>
          <a:xfrm>
            <a:off x="3837087" y="2032149"/>
            <a:ext cx="5472608" cy="221950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charset="-122"/>
                <a:ea typeface="黑体" panose="02010609060101010101" charset="-122"/>
                <a:cs typeface="+mn-cs"/>
              </a:defRPr>
            </a:lvl2pPr>
            <a:lvl3pPr marL="1219200" indent="0" algn="l" rtl="0" eaLnBrk="0" fontAlgn="base" hangingPunct="0">
              <a:spcBef>
                <a:spcPct val="20000"/>
              </a:spcBef>
              <a:spcAft>
                <a:spcPct val="0"/>
              </a:spcAft>
              <a:buFont typeface="Arial" panose="020B0604020202020204" pitchFamily="34" charset="0"/>
              <a:buNone/>
              <a:defRPr sz="1865" b="1" kern="1200">
                <a:solidFill>
                  <a:schemeClr val="tx1"/>
                </a:solidFill>
                <a:latin typeface="黑体" panose="02010609060101010101" charset="-122"/>
                <a:ea typeface="黑体" panose="02010609060101010101" charset="-122"/>
                <a:cs typeface="+mn-cs"/>
              </a:defRPr>
            </a:lvl3pPr>
            <a:lvl4pPr marL="1828800" indent="0" algn="l" rtl="0" eaLnBrk="0" fontAlgn="base" hangingPunct="0">
              <a:spcBef>
                <a:spcPct val="20000"/>
              </a:spcBef>
              <a:spcAft>
                <a:spcPct val="0"/>
              </a:spcAft>
              <a:buFont typeface="Arial" panose="020B0604020202020204" pitchFamily="34" charset="0"/>
              <a:buNone/>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0" indent="0">
              <a:lnSpc>
                <a:spcPct val="100000"/>
              </a:lnSpc>
              <a:buNone/>
            </a:pPr>
            <a:r>
              <a:rPr lang="zh-CN" altLang="en-US" sz="4800" dirty="0"/>
              <a:t>随机数</a:t>
            </a:r>
            <a:endParaRPr lang="en-US" altLang="zh-CN" sz="4800" dirty="0"/>
          </a:p>
          <a:p>
            <a:pPr marL="0" indent="0">
              <a:lnSpc>
                <a:spcPct val="100000"/>
              </a:lnSpc>
              <a:buNone/>
            </a:pPr>
            <a:r>
              <a:rPr lang="zh-CN" altLang="en-US" sz="4800" dirty="0">
                <a:solidFill>
                  <a:schemeClr val="tx1"/>
                </a:solidFill>
              </a:rPr>
              <a:t>设置范围内随机数</a:t>
            </a:r>
            <a:endParaRPr lang="en-US" altLang="zh-CN" sz="480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889487" y="953926"/>
            <a:ext cx="6039215"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zh-CN" sz="2400" dirty="0"/>
              <a:t>一、</a:t>
            </a:r>
            <a:r>
              <a:rPr lang="zh-CN" altLang="en-US" sz="2400" dirty="0"/>
              <a:t>设置</a:t>
            </a:r>
            <a:r>
              <a:rPr lang="zh-CN" altLang="en-US" sz="2400" b="1" dirty="0">
                <a:solidFill>
                  <a:srgbClr val="FF0000"/>
                </a:solidFill>
              </a:rPr>
              <a:t>随机数</a:t>
            </a:r>
            <a:endParaRPr lang="zh-CN" altLang="zh-CN" sz="2400" b="1" dirty="0">
              <a:solidFill>
                <a:srgbClr val="FF0000"/>
              </a:solidFill>
            </a:endParaRPr>
          </a:p>
        </p:txBody>
      </p:sp>
      <p:sp>
        <p:nvSpPr>
          <p:cNvPr id="11" name="文本框 10"/>
          <p:cNvSpPr txBox="1"/>
          <p:nvPr/>
        </p:nvSpPr>
        <p:spPr>
          <a:xfrm>
            <a:off x="1100783" y="1672109"/>
            <a:ext cx="3816424" cy="769441"/>
          </a:xfrm>
          <a:prstGeom prst="rect">
            <a:avLst/>
          </a:prstGeom>
          <a:noFill/>
        </p:spPr>
        <p:txBody>
          <a:bodyPr wrap="square" rtlCol="0">
            <a:spAutoFit/>
          </a:bodyPr>
          <a:lstStyle/>
          <a:p>
            <a:r>
              <a:rPr lang="zh-CN" altLang="en-US" sz="4400" b="1" dirty="0"/>
              <a:t>步骤</a:t>
            </a:r>
            <a:r>
              <a:rPr lang="en-US" altLang="zh-CN" sz="4400" b="1" dirty="0"/>
              <a:t>1</a:t>
            </a:r>
            <a:r>
              <a:rPr lang="zh-CN" altLang="en-US" sz="4400" b="1" dirty="0"/>
              <a:t>：</a:t>
            </a:r>
            <a:endParaRPr lang="zh-CN" altLang="en-US" sz="4400" b="1" dirty="0"/>
          </a:p>
        </p:txBody>
      </p:sp>
      <p:sp>
        <p:nvSpPr>
          <p:cNvPr id="12" name="文本框 11"/>
          <p:cNvSpPr txBox="1"/>
          <p:nvPr/>
        </p:nvSpPr>
        <p:spPr>
          <a:xfrm>
            <a:off x="1909870" y="2346063"/>
            <a:ext cx="10712193" cy="646331"/>
          </a:xfrm>
          <a:prstGeom prst="rect">
            <a:avLst/>
          </a:prstGeom>
          <a:noFill/>
        </p:spPr>
        <p:txBody>
          <a:bodyPr wrap="square" rtlCol="0">
            <a:spAutoFit/>
          </a:bodyPr>
          <a:lstStyle/>
          <a:p>
            <a:r>
              <a:rPr lang="en-US" altLang="zh-CN" sz="3600" b="1" dirty="0"/>
              <a:t>1</a:t>
            </a:r>
            <a:r>
              <a:rPr lang="zh-CN" altLang="en-US" sz="3600" b="1" dirty="0"/>
              <a:t>、引入</a:t>
            </a:r>
            <a:r>
              <a:rPr lang="en-US" altLang="zh-CN" sz="3600" b="1" dirty="0"/>
              <a:t>&lt;</a:t>
            </a:r>
            <a:r>
              <a:rPr lang="en-US" altLang="zh-CN" sz="3600" b="1" dirty="0" err="1"/>
              <a:t>stdlib.h</a:t>
            </a:r>
            <a:r>
              <a:rPr lang="en-US" altLang="zh-CN" sz="3600" b="1" dirty="0"/>
              <a:t>&gt;</a:t>
            </a:r>
            <a:r>
              <a:rPr lang="zh-CN" altLang="en-US" sz="3600" b="1" dirty="0"/>
              <a:t>头文件（</a:t>
            </a:r>
            <a:r>
              <a:rPr lang="en-US" altLang="zh-CN" sz="3600" b="1" dirty="0"/>
              <a:t> </a:t>
            </a:r>
            <a:r>
              <a:rPr lang="en-US" altLang="zh-CN" sz="3600" b="1" dirty="0" err="1"/>
              <a:t>standaer</a:t>
            </a:r>
            <a:r>
              <a:rPr lang="en-US" altLang="zh-CN" sz="3600" b="1" dirty="0"/>
              <a:t>  library </a:t>
            </a:r>
            <a:r>
              <a:rPr lang="zh-CN" altLang="en-US" sz="3600" b="1" dirty="0"/>
              <a:t>标准库）</a:t>
            </a:r>
            <a:endParaRPr lang="en-US" altLang="zh-CN" sz="3600" b="1"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custDataLst>
              <p:tags r:id="rId1"/>
            </p:custDataLst>
          </p:nvPr>
        </p:nvSpPr>
        <p:spPr>
          <a:xfrm>
            <a:off x="2540943" y="4523880"/>
            <a:ext cx="5472608" cy="775533"/>
          </a:xfrm>
          <a:prstGeom prst="roundRect">
            <a:avLst/>
          </a:prstGeom>
          <a:solidFill>
            <a:srgbClr val="FF0000"/>
          </a:solidFill>
          <a:ln>
            <a:solidFill>
              <a:srgbClr val="FF0000"/>
            </a:solid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p:cNvSpPr/>
          <p:nvPr>
            <p:custDataLst>
              <p:tags r:id="rId2"/>
            </p:custDataLst>
          </p:nvPr>
        </p:nvSpPr>
        <p:spPr>
          <a:xfrm>
            <a:off x="2540943" y="2473973"/>
            <a:ext cx="5472608" cy="775533"/>
          </a:xfrm>
          <a:prstGeom prst="roundRect">
            <a:avLst/>
          </a:prstGeom>
          <a:solidFill>
            <a:srgbClr val="FF0000"/>
          </a:solidFill>
          <a:ln>
            <a:solidFill>
              <a:srgbClr val="FF0000"/>
            </a:solid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3"/>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889487" y="953926"/>
            <a:ext cx="6039215"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zh-CN" sz="2400" dirty="0"/>
              <a:t>一、</a:t>
            </a:r>
            <a:r>
              <a:rPr lang="zh-CN" altLang="en-US" sz="2400" dirty="0"/>
              <a:t>设置</a:t>
            </a:r>
            <a:r>
              <a:rPr lang="zh-CN" altLang="en-US" sz="2400" b="1" dirty="0">
                <a:solidFill>
                  <a:srgbClr val="FF0000"/>
                </a:solidFill>
              </a:rPr>
              <a:t>随机数</a:t>
            </a:r>
            <a:endParaRPr lang="zh-CN" altLang="zh-CN" sz="2400" b="1" dirty="0">
              <a:solidFill>
                <a:srgbClr val="FF0000"/>
              </a:solidFill>
            </a:endParaRPr>
          </a:p>
        </p:txBody>
      </p:sp>
      <p:sp>
        <p:nvSpPr>
          <p:cNvPr id="2" name="文本框 1"/>
          <p:cNvSpPr txBox="1"/>
          <p:nvPr>
            <p:custDataLst>
              <p:tags r:id="rId4"/>
            </p:custDataLst>
          </p:nvPr>
        </p:nvSpPr>
        <p:spPr>
          <a:xfrm>
            <a:off x="2612951" y="2522615"/>
            <a:ext cx="5328592" cy="707886"/>
          </a:xfrm>
          <a:prstGeom prst="rect">
            <a:avLst/>
          </a:prstGeom>
          <a:noFill/>
        </p:spPr>
        <p:txBody>
          <a:bodyPr wrap="square" rtlCol="0">
            <a:spAutoFit/>
          </a:bodyPr>
          <a:lstStyle/>
          <a:p>
            <a:r>
              <a:rPr lang="en-US" altLang="zh-CN" sz="4000" dirty="0">
                <a:solidFill>
                  <a:schemeClr val="bg1"/>
                </a:solidFill>
              </a:rPr>
              <a:t>1</a:t>
            </a:r>
            <a:r>
              <a:rPr lang="zh-CN" altLang="en-US" sz="4000" dirty="0">
                <a:solidFill>
                  <a:schemeClr val="bg1"/>
                </a:solidFill>
              </a:rPr>
              <a:t>、使用</a:t>
            </a:r>
            <a:r>
              <a:rPr lang="en-US" altLang="zh-CN" sz="4000" dirty="0" err="1">
                <a:solidFill>
                  <a:schemeClr val="bg1"/>
                </a:solidFill>
              </a:rPr>
              <a:t>srand</a:t>
            </a:r>
            <a:r>
              <a:rPr lang="zh-CN" altLang="en-US" sz="4000" dirty="0">
                <a:solidFill>
                  <a:schemeClr val="bg1"/>
                </a:solidFill>
              </a:rPr>
              <a:t>设置种子</a:t>
            </a:r>
            <a:endParaRPr lang="zh-CN" altLang="en-US" sz="4000" dirty="0">
              <a:solidFill>
                <a:schemeClr val="bg1"/>
              </a:solidFill>
            </a:endParaRPr>
          </a:p>
        </p:txBody>
      </p:sp>
      <p:sp>
        <p:nvSpPr>
          <p:cNvPr id="4" name="文本框 3"/>
          <p:cNvSpPr txBox="1"/>
          <p:nvPr>
            <p:custDataLst>
              <p:tags r:id="rId5"/>
            </p:custDataLst>
          </p:nvPr>
        </p:nvSpPr>
        <p:spPr>
          <a:xfrm>
            <a:off x="2612951" y="4527318"/>
            <a:ext cx="5976665" cy="707886"/>
          </a:xfrm>
          <a:prstGeom prst="rect">
            <a:avLst/>
          </a:prstGeom>
          <a:noFill/>
        </p:spPr>
        <p:txBody>
          <a:bodyPr wrap="square" rtlCol="0">
            <a:spAutoFit/>
          </a:bodyPr>
          <a:lstStyle/>
          <a:p>
            <a:r>
              <a:rPr lang="en-US" altLang="zh-CN" sz="4000" dirty="0">
                <a:solidFill>
                  <a:schemeClr val="bg1"/>
                </a:solidFill>
              </a:rPr>
              <a:t>2</a:t>
            </a:r>
            <a:r>
              <a:rPr lang="zh-CN" altLang="en-US" sz="4000" dirty="0">
                <a:solidFill>
                  <a:schemeClr val="bg1"/>
                </a:solidFill>
              </a:rPr>
              <a:t>、使用</a:t>
            </a:r>
            <a:r>
              <a:rPr lang="en-US" altLang="zh-CN" sz="4000" dirty="0">
                <a:solidFill>
                  <a:schemeClr val="bg1"/>
                </a:solidFill>
              </a:rPr>
              <a:t>rand</a:t>
            </a:r>
            <a:r>
              <a:rPr lang="zh-CN" altLang="en-US" sz="4000" dirty="0">
                <a:solidFill>
                  <a:schemeClr val="bg1"/>
                </a:solidFill>
              </a:rPr>
              <a:t>获取随机数</a:t>
            </a:r>
            <a:endParaRPr lang="zh-CN" altLang="en-US" sz="4000" dirty="0">
              <a:solidFill>
                <a:schemeClr val="bg1"/>
              </a:solidFill>
            </a:endParaRPr>
          </a:p>
        </p:txBody>
      </p:sp>
      <p:sp>
        <p:nvSpPr>
          <p:cNvPr id="11" name="文本框 10"/>
          <p:cNvSpPr txBox="1"/>
          <p:nvPr/>
        </p:nvSpPr>
        <p:spPr>
          <a:xfrm>
            <a:off x="1100783" y="1672109"/>
            <a:ext cx="3816424" cy="769441"/>
          </a:xfrm>
          <a:prstGeom prst="rect">
            <a:avLst/>
          </a:prstGeom>
          <a:noFill/>
        </p:spPr>
        <p:txBody>
          <a:bodyPr wrap="square" rtlCol="0">
            <a:spAutoFit/>
          </a:bodyPr>
          <a:lstStyle/>
          <a:p>
            <a:r>
              <a:rPr lang="zh-CN" altLang="en-US" sz="4400" b="1" dirty="0"/>
              <a:t>步骤</a:t>
            </a:r>
            <a:r>
              <a:rPr lang="en-US" altLang="zh-CN" sz="4400" b="1" dirty="0"/>
              <a:t>2</a:t>
            </a:r>
            <a:r>
              <a:rPr lang="zh-CN" altLang="en-US" sz="4400" b="1" dirty="0"/>
              <a:t>：</a:t>
            </a:r>
            <a:endParaRPr lang="zh-CN" altLang="en-US" sz="4400" b="1" dirty="0"/>
          </a:p>
        </p:txBody>
      </p:sp>
      <p:sp>
        <p:nvSpPr>
          <p:cNvPr id="12" name="文本框 11"/>
          <p:cNvSpPr txBox="1"/>
          <p:nvPr>
            <p:custDataLst>
              <p:tags r:id="rId6"/>
            </p:custDataLst>
          </p:nvPr>
        </p:nvSpPr>
        <p:spPr>
          <a:xfrm>
            <a:off x="3485431" y="5363702"/>
            <a:ext cx="2088232" cy="646331"/>
          </a:xfrm>
          <a:prstGeom prst="rect">
            <a:avLst/>
          </a:prstGeom>
          <a:noFill/>
        </p:spPr>
        <p:txBody>
          <a:bodyPr wrap="square" rtlCol="0">
            <a:spAutoFit/>
          </a:bodyPr>
          <a:lstStyle/>
          <a:p>
            <a:r>
              <a:rPr lang="en-US" altLang="zh-CN" sz="3600" b="1" dirty="0"/>
              <a:t>rand(  )</a:t>
            </a:r>
            <a:endParaRPr lang="zh-CN" altLang="en-US" sz="3600" dirty="0"/>
          </a:p>
        </p:txBody>
      </p:sp>
      <p:sp>
        <p:nvSpPr>
          <p:cNvPr id="14" name="文本框 13"/>
          <p:cNvSpPr txBox="1"/>
          <p:nvPr>
            <p:custDataLst>
              <p:tags r:id="rId7"/>
            </p:custDataLst>
          </p:nvPr>
        </p:nvSpPr>
        <p:spPr>
          <a:xfrm>
            <a:off x="3485431" y="3670780"/>
            <a:ext cx="2088232" cy="646331"/>
          </a:xfrm>
          <a:prstGeom prst="rect">
            <a:avLst/>
          </a:prstGeom>
          <a:noFill/>
        </p:spPr>
        <p:txBody>
          <a:bodyPr wrap="square" rtlCol="0">
            <a:spAutoFit/>
          </a:bodyPr>
          <a:lstStyle/>
          <a:p>
            <a:r>
              <a:rPr lang="en-US" altLang="zh-CN" sz="3600" b="1" dirty="0" err="1"/>
              <a:t>srand</a:t>
            </a:r>
            <a:r>
              <a:rPr lang="en-US" altLang="zh-CN" sz="3600" b="1" dirty="0"/>
              <a:t>(  )</a:t>
            </a:r>
            <a:endParaRPr lang="zh-CN" altLang="en-US" sz="36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889487" y="953926"/>
            <a:ext cx="6039215"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en-US" sz="2400" dirty="0"/>
              <a:t>二</a:t>
            </a:r>
            <a:r>
              <a:rPr lang="zh-CN" altLang="zh-CN" sz="2400" dirty="0"/>
              <a:t>、</a:t>
            </a:r>
            <a:r>
              <a:rPr lang="zh-CN" altLang="en-US" sz="2400" dirty="0"/>
              <a:t>使用随机数</a:t>
            </a:r>
            <a:endParaRPr lang="zh-CN" altLang="zh-CN" sz="2400" b="1" dirty="0">
              <a:solidFill>
                <a:srgbClr val="FF0000"/>
              </a:solidFill>
            </a:endParaRPr>
          </a:p>
        </p:txBody>
      </p:sp>
      <p:sp>
        <p:nvSpPr>
          <p:cNvPr id="6" name="文本框 5"/>
          <p:cNvSpPr txBox="1"/>
          <p:nvPr/>
        </p:nvSpPr>
        <p:spPr>
          <a:xfrm>
            <a:off x="1460823" y="1497632"/>
            <a:ext cx="9001000" cy="1384995"/>
          </a:xfrm>
          <a:prstGeom prst="rect">
            <a:avLst/>
          </a:prstGeom>
          <a:noFill/>
        </p:spPr>
        <p:txBody>
          <a:bodyPr wrap="square" rtlCol="0">
            <a:spAutoFit/>
          </a:bodyPr>
          <a:lstStyle/>
          <a:p>
            <a:r>
              <a:rPr lang="zh-CN" altLang="en-US" sz="2800" b="1" dirty="0"/>
              <a:t>设置</a:t>
            </a:r>
            <a:r>
              <a:rPr lang="zh-CN" altLang="en-US" sz="2800" b="1" dirty="0">
                <a:solidFill>
                  <a:srgbClr val="FF0000"/>
                </a:solidFill>
              </a:rPr>
              <a:t>种子</a:t>
            </a:r>
            <a:r>
              <a:rPr lang="zh-CN" altLang="en-US" sz="2800" b="1" dirty="0"/>
              <a:t>：</a:t>
            </a:r>
            <a:endParaRPr lang="en-US" altLang="zh-CN" sz="2800" b="1" dirty="0"/>
          </a:p>
          <a:p>
            <a:r>
              <a:rPr lang="en-US" altLang="zh-CN" sz="2800" b="1" dirty="0"/>
              <a:t>	</a:t>
            </a:r>
            <a:r>
              <a:rPr lang="zh-CN" altLang="en-US" sz="2800" b="1" dirty="0"/>
              <a:t>种子就是</a:t>
            </a:r>
            <a:r>
              <a:rPr lang="zh-CN" altLang="en-US" sz="2800" b="1" dirty="0">
                <a:solidFill>
                  <a:srgbClr val="FF0000"/>
                </a:solidFill>
              </a:rPr>
              <a:t>初始值</a:t>
            </a:r>
            <a:r>
              <a:rPr lang="zh-CN" altLang="en-US" sz="2800" b="1" dirty="0"/>
              <a:t>，因为每一个随机数都是通过前一个数字再结合一系列复杂的计算得到的。</a:t>
            </a:r>
            <a:endParaRPr lang="zh-CN" altLang="en-US" sz="2800" b="1" dirty="0"/>
          </a:p>
        </p:txBody>
      </p:sp>
      <p:pic>
        <p:nvPicPr>
          <p:cNvPr id="4" name="图片 3"/>
          <p:cNvPicPr>
            <a:picLocks noChangeAspect="1"/>
          </p:cNvPicPr>
          <p:nvPr/>
        </p:nvPicPr>
        <p:blipFill>
          <a:blip r:embed="rId2"/>
          <a:stretch>
            <a:fillRect/>
          </a:stretch>
        </p:blipFill>
        <p:spPr>
          <a:xfrm>
            <a:off x="2468935" y="3009964"/>
            <a:ext cx="5191125" cy="28194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889487" y="953926"/>
            <a:ext cx="6039215"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en-US" sz="2400" dirty="0"/>
              <a:t>二</a:t>
            </a:r>
            <a:r>
              <a:rPr lang="zh-CN" altLang="zh-CN" sz="2400" dirty="0"/>
              <a:t>、</a:t>
            </a:r>
            <a:r>
              <a:rPr lang="zh-CN" altLang="en-US" sz="2400" dirty="0"/>
              <a:t>使用随机数</a:t>
            </a:r>
            <a:endParaRPr lang="zh-CN" altLang="zh-CN" sz="2400" b="1" dirty="0">
              <a:solidFill>
                <a:srgbClr val="FF0000"/>
              </a:solidFill>
            </a:endParaRPr>
          </a:p>
        </p:txBody>
      </p:sp>
      <p:sp>
        <p:nvSpPr>
          <p:cNvPr id="2" name="文本框 1"/>
          <p:cNvSpPr txBox="1"/>
          <p:nvPr/>
        </p:nvSpPr>
        <p:spPr>
          <a:xfrm>
            <a:off x="1892871" y="1507995"/>
            <a:ext cx="6480720" cy="646331"/>
          </a:xfrm>
          <a:prstGeom prst="rect">
            <a:avLst/>
          </a:prstGeom>
          <a:noFill/>
        </p:spPr>
        <p:txBody>
          <a:bodyPr wrap="square" rtlCol="0">
            <a:spAutoFit/>
          </a:bodyPr>
          <a:lstStyle/>
          <a:p>
            <a:r>
              <a:rPr lang="zh-CN" altLang="en-US" sz="3600" dirty="0"/>
              <a:t>获取多个随机数</a:t>
            </a:r>
            <a:endParaRPr lang="en-US" altLang="zh-CN" sz="3600" dirty="0"/>
          </a:p>
        </p:txBody>
      </p:sp>
      <p:pic>
        <p:nvPicPr>
          <p:cNvPr id="6" name="图片 5"/>
          <p:cNvPicPr>
            <a:picLocks noChangeAspect="1"/>
          </p:cNvPicPr>
          <p:nvPr/>
        </p:nvPicPr>
        <p:blipFill>
          <a:blip r:embed="rId2"/>
          <a:stretch>
            <a:fillRect/>
          </a:stretch>
        </p:blipFill>
        <p:spPr>
          <a:xfrm>
            <a:off x="2108895" y="2354633"/>
            <a:ext cx="6762750" cy="37433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889488" y="953926"/>
            <a:ext cx="2515552"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en-US" sz="2400" dirty="0"/>
              <a:t>三</a:t>
            </a:r>
            <a:r>
              <a:rPr lang="zh-CN" altLang="zh-CN" sz="2400" dirty="0"/>
              <a:t>、</a:t>
            </a:r>
            <a:r>
              <a:rPr lang="zh-CN" altLang="en-US" sz="2400" b="1" dirty="0">
                <a:solidFill>
                  <a:srgbClr val="FF0000"/>
                </a:solidFill>
              </a:rPr>
              <a:t>随机数弊端</a:t>
            </a:r>
            <a:endParaRPr lang="zh-CN" altLang="zh-CN" sz="2400" b="1" dirty="0">
              <a:solidFill>
                <a:srgbClr val="FF0000"/>
              </a:solidFill>
            </a:endParaRPr>
          </a:p>
        </p:txBody>
      </p:sp>
      <p:pic>
        <p:nvPicPr>
          <p:cNvPr id="6" name="图片 5"/>
          <p:cNvPicPr>
            <a:picLocks noChangeAspect="1"/>
          </p:cNvPicPr>
          <p:nvPr/>
        </p:nvPicPr>
        <p:blipFill>
          <a:blip r:embed="rId2"/>
          <a:stretch>
            <a:fillRect/>
          </a:stretch>
        </p:blipFill>
        <p:spPr>
          <a:xfrm>
            <a:off x="1316807" y="1606550"/>
            <a:ext cx="4314825" cy="4019550"/>
          </a:xfrm>
          <a:prstGeom prst="rect">
            <a:avLst/>
          </a:prstGeom>
        </p:spPr>
      </p:pic>
      <p:pic>
        <p:nvPicPr>
          <p:cNvPr id="14" name="图片 13"/>
          <p:cNvPicPr>
            <a:picLocks noChangeAspect="1"/>
          </p:cNvPicPr>
          <p:nvPr/>
        </p:nvPicPr>
        <p:blipFill>
          <a:blip r:embed="rId3"/>
          <a:stretch>
            <a:fillRect/>
          </a:stretch>
        </p:blipFill>
        <p:spPr>
          <a:xfrm>
            <a:off x="6095411" y="1240061"/>
            <a:ext cx="6775160" cy="1725577"/>
          </a:xfrm>
          <a:prstGeom prst="rect">
            <a:avLst/>
          </a:prstGeom>
        </p:spPr>
      </p:pic>
      <p:pic>
        <p:nvPicPr>
          <p:cNvPr id="16" name="图片 15"/>
          <p:cNvPicPr>
            <a:picLocks noChangeAspect="1"/>
          </p:cNvPicPr>
          <p:nvPr/>
        </p:nvPicPr>
        <p:blipFill>
          <a:blip r:embed="rId4"/>
          <a:stretch>
            <a:fillRect/>
          </a:stretch>
        </p:blipFill>
        <p:spPr>
          <a:xfrm>
            <a:off x="6141343" y="2988503"/>
            <a:ext cx="4562475" cy="16478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heel(1)">
                                      <p:cBhvr>
                                        <p:cTn id="7" dur="2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heel(1)">
                                      <p:cBhvr>
                                        <p:cTn id="12"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889488" y="953926"/>
            <a:ext cx="2515552"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en-US" sz="2400" dirty="0"/>
              <a:t>三</a:t>
            </a:r>
            <a:r>
              <a:rPr lang="zh-CN" altLang="zh-CN" sz="2400" dirty="0"/>
              <a:t>、</a:t>
            </a:r>
            <a:r>
              <a:rPr lang="zh-CN" altLang="en-US" sz="2400" b="1" dirty="0">
                <a:solidFill>
                  <a:srgbClr val="FF0000"/>
                </a:solidFill>
              </a:rPr>
              <a:t>随机数弊端</a:t>
            </a:r>
            <a:endParaRPr lang="zh-CN" altLang="zh-CN" sz="2400" b="1" dirty="0">
              <a:solidFill>
                <a:srgbClr val="FF0000"/>
              </a:solidFill>
            </a:endParaRPr>
          </a:p>
        </p:txBody>
      </p:sp>
      <p:sp>
        <p:nvSpPr>
          <p:cNvPr id="2" name="文本框 1"/>
          <p:cNvSpPr txBox="1"/>
          <p:nvPr/>
        </p:nvSpPr>
        <p:spPr>
          <a:xfrm>
            <a:off x="1028775" y="1696356"/>
            <a:ext cx="11521280" cy="4401205"/>
          </a:xfrm>
          <a:prstGeom prst="rect">
            <a:avLst/>
          </a:prstGeom>
          <a:noFill/>
        </p:spPr>
        <p:txBody>
          <a:bodyPr wrap="square" rtlCol="0">
            <a:spAutoFit/>
          </a:bodyPr>
          <a:lstStyle/>
          <a:p>
            <a:r>
              <a:rPr lang="en-US" altLang="zh-CN" sz="3200" b="1" dirty="0"/>
              <a:t>1</a:t>
            </a:r>
            <a:r>
              <a:rPr lang="zh-CN" altLang="en-US" sz="3200" b="1" dirty="0"/>
              <a:t>、种子不变，随机数结果是固定的。</a:t>
            </a:r>
            <a:endParaRPr lang="en-US" altLang="zh-CN" sz="3200" b="1" dirty="0"/>
          </a:p>
          <a:p>
            <a:r>
              <a:rPr lang="en-US" altLang="zh-CN" sz="3200" b="1" dirty="0"/>
              <a:t>       </a:t>
            </a:r>
            <a:r>
              <a:rPr lang="zh-CN" altLang="en-US" sz="3200" b="1" dirty="0"/>
              <a:t>解决：让种子不断变化</a:t>
            </a:r>
            <a:endParaRPr lang="en-US" altLang="zh-CN" sz="3200" b="1" dirty="0"/>
          </a:p>
          <a:p>
            <a:r>
              <a:rPr lang="en-US" altLang="zh-CN" sz="3200" b="1" dirty="0"/>
              <a:t>2</a:t>
            </a:r>
            <a:r>
              <a:rPr lang="zh-CN" altLang="en-US" sz="3200" b="1" dirty="0"/>
              <a:t>、随机数的</a:t>
            </a:r>
            <a:r>
              <a:rPr lang="zh-CN" altLang="en-US" sz="3200" b="1" dirty="0" smtClean="0"/>
              <a:t>范围 （默认：</a:t>
            </a:r>
            <a:r>
              <a:rPr lang="en-US" altLang="zh-CN" sz="3200" b="1" dirty="0" smtClean="0"/>
              <a:t>0~32767</a:t>
            </a:r>
            <a:r>
              <a:rPr lang="zh-CN" altLang="en-US" sz="3200" b="1" dirty="0" smtClean="0"/>
              <a:t>）</a:t>
            </a:r>
            <a:endParaRPr lang="en-US" altLang="zh-CN" sz="3200" b="1" dirty="0"/>
          </a:p>
          <a:p>
            <a:r>
              <a:rPr lang="en-US" altLang="zh-CN" sz="3200" b="1" dirty="0"/>
              <a:t>       </a:t>
            </a:r>
            <a:r>
              <a:rPr lang="zh-CN" altLang="en-US" sz="3200" b="1" dirty="0"/>
              <a:t>解决：</a:t>
            </a:r>
            <a:r>
              <a:rPr lang="en-US" altLang="zh-CN" sz="3200" b="1" dirty="0"/>
              <a:t>1</a:t>
            </a:r>
            <a:r>
              <a:rPr lang="zh-CN" altLang="en-US" sz="3200" b="1" dirty="0"/>
              <a:t>、把这个范围变成包头不包尾，包左不包右。</a:t>
            </a:r>
            <a:endParaRPr lang="en-US" altLang="zh-CN" sz="3200" b="1" dirty="0"/>
          </a:p>
          <a:p>
            <a:r>
              <a:rPr lang="en-US" altLang="zh-CN" sz="2400" dirty="0"/>
              <a:t>			</a:t>
            </a:r>
            <a:r>
              <a:rPr lang="zh-CN" altLang="en-US" sz="2400" b="1" dirty="0">
                <a:solidFill>
                  <a:srgbClr val="FF0000"/>
                </a:solidFill>
              </a:rPr>
              <a:t>例如</a:t>
            </a:r>
            <a:r>
              <a:rPr lang="zh-CN" altLang="en-US" sz="2400" dirty="0"/>
              <a:t>：</a:t>
            </a:r>
            <a:r>
              <a:rPr lang="zh-CN" altLang="en-US" sz="2400" dirty="0" smtClean="0"/>
              <a:t>取</a:t>
            </a:r>
            <a:r>
              <a:rPr lang="en-US" altLang="zh-CN" sz="2400" dirty="0" smtClean="0"/>
              <a:t>3-78</a:t>
            </a:r>
            <a:r>
              <a:rPr lang="zh-CN" altLang="en-US" sz="2400" dirty="0" smtClean="0"/>
              <a:t>范围</a:t>
            </a:r>
            <a:r>
              <a:rPr lang="zh-CN" altLang="en-US" sz="2400" dirty="0"/>
              <a:t>内的随机数，就可以写程：  </a:t>
            </a:r>
            <a:r>
              <a:rPr lang="en-US" altLang="zh-CN" sz="2400" dirty="0" smtClean="0"/>
              <a:t>3-79</a:t>
            </a:r>
            <a:endParaRPr lang="en-US" altLang="zh-CN" sz="2400" dirty="0"/>
          </a:p>
          <a:p>
            <a:r>
              <a:rPr lang="en-US" altLang="zh-CN" sz="3200" b="1" dirty="0"/>
              <a:t>	   	2</a:t>
            </a:r>
            <a:r>
              <a:rPr lang="zh-CN" altLang="en-US" sz="3200" b="1" dirty="0"/>
              <a:t>、拿着尾巴  </a:t>
            </a:r>
            <a:r>
              <a:rPr lang="en-US" altLang="zh-CN" sz="3200" b="1" dirty="0"/>
              <a:t>-   </a:t>
            </a:r>
            <a:r>
              <a:rPr lang="zh-CN" altLang="en-US" sz="3200" b="1" dirty="0"/>
              <a:t>开头   </a:t>
            </a:r>
            <a:endParaRPr lang="en-US" altLang="zh-CN" sz="3200" b="1" dirty="0" smtClean="0"/>
          </a:p>
          <a:p>
            <a:r>
              <a:rPr lang="en-US" altLang="zh-CN" sz="3200" b="1" dirty="0"/>
              <a:t>	</a:t>
            </a:r>
            <a:r>
              <a:rPr lang="en-US" altLang="zh-CN" sz="3200" b="1" dirty="0" smtClean="0"/>
              <a:t>		</a:t>
            </a:r>
            <a:r>
              <a:rPr lang="zh-CN" altLang="en-US" sz="2400" b="1" dirty="0" smtClean="0">
                <a:solidFill>
                  <a:srgbClr val="FF0000"/>
                </a:solidFill>
              </a:rPr>
              <a:t>例如</a:t>
            </a:r>
            <a:r>
              <a:rPr lang="en-US" altLang="zh-CN" sz="3200" b="1" dirty="0"/>
              <a:t>:</a:t>
            </a:r>
            <a:r>
              <a:rPr lang="en-US" altLang="zh-CN" sz="3200" dirty="0" smtClean="0"/>
              <a:t>79-3 </a:t>
            </a:r>
            <a:r>
              <a:rPr lang="en-US" altLang="zh-CN" sz="3200" dirty="0"/>
              <a:t>= </a:t>
            </a:r>
            <a:r>
              <a:rPr lang="en-US" altLang="zh-CN" sz="3200" dirty="0" smtClean="0"/>
              <a:t>76</a:t>
            </a:r>
            <a:endParaRPr lang="en-US" altLang="zh-CN" sz="3200" dirty="0"/>
          </a:p>
          <a:p>
            <a:r>
              <a:rPr lang="en-US" altLang="zh-CN" sz="3200" b="1" dirty="0"/>
              <a:t>                    3</a:t>
            </a:r>
            <a:r>
              <a:rPr lang="zh-CN" altLang="en-US" sz="3200" b="1" dirty="0"/>
              <a:t>、修改</a:t>
            </a:r>
            <a:r>
              <a:rPr lang="zh-CN" altLang="en-US" sz="3200" b="1" dirty="0" smtClean="0"/>
              <a:t>代码</a:t>
            </a:r>
            <a:endParaRPr lang="en-US" altLang="zh-CN" sz="3200" b="1" dirty="0" smtClean="0"/>
          </a:p>
          <a:p>
            <a:r>
              <a:rPr lang="en-US" altLang="zh-CN" sz="3200" b="1" dirty="0"/>
              <a:t>	</a:t>
            </a:r>
            <a:r>
              <a:rPr lang="en-US" altLang="zh-CN" sz="3200" b="1" dirty="0" smtClean="0"/>
              <a:t>		</a:t>
            </a:r>
            <a:r>
              <a:rPr lang="zh-CN" altLang="en-US" sz="2400" b="1" dirty="0">
                <a:solidFill>
                  <a:srgbClr val="FF0000"/>
                </a:solidFill>
              </a:rPr>
              <a:t>例如</a:t>
            </a:r>
            <a:r>
              <a:rPr lang="zh-CN" altLang="en-US" sz="3200" b="1" dirty="0" smtClean="0"/>
              <a:t>：</a:t>
            </a:r>
            <a:r>
              <a:rPr lang="en-US" altLang="zh-CN" sz="3200" b="1" dirty="0" err="1" smtClean="0"/>
              <a:t>int</a:t>
            </a:r>
            <a:r>
              <a:rPr lang="en-US" altLang="zh-CN" sz="3200" b="1" dirty="0" smtClean="0"/>
              <a:t> </a:t>
            </a:r>
            <a:r>
              <a:rPr lang="en-US" altLang="zh-CN" sz="3200" b="1" dirty="0" err="1" smtClean="0"/>
              <a:t>num</a:t>
            </a:r>
            <a:r>
              <a:rPr lang="en-US" altLang="zh-CN" sz="3200" b="1" dirty="0" smtClean="0"/>
              <a:t> = rand()%76+3;</a:t>
            </a:r>
            <a:endParaRPr lang="en-US" altLang="zh-CN" sz="3200" b="1"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889488" y="953926"/>
            <a:ext cx="2515552"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en-US" sz="2400" dirty="0"/>
              <a:t>四</a:t>
            </a:r>
            <a:r>
              <a:rPr lang="zh-CN" altLang="zh-CN" sz="2400" dirty="0"/>
              <a:t>、</a:t>
            </a:r>
            <a:r>
              <a:rPr lang="zh-CN" altLang="en-US" sz="2400" b="1" dirty="0">
                <a:solidFill>
                  <a:srgbClr val="FF0000"/>
                </a:solidFill>
              </a:rPr>
              <a:t>练习</a:t>
            </a:r>
            <a:endParaRPr lang="zh-CN" altLang="zh-CN" sz="2400" b="1" dirty="0">
              <a:solidFill>
                <a:srgbClr val="FF0000"/>
              </a:solidFill>
            </a:endParaRPr>
          </a:p>
        </p:txBody>
      </p:sp>
      <p:sp>
        <p:nvSpPr>
          <p:cNvPr id="2" name="文本框 1"/>
          <p:cNvSpPr txBox="1"/>
          <p:nvPr/>
        </p:nvSpPr>
        <p:spPr>
          <a:xfrm>
            <a:off x="1028775" y="1382393"/>
            <a:ext cx="11521280" cy="2585323"/>
          </a:xfrm>
          <a:prstGeom prst="rect">
            <a:avLst/>
          </a:prstGeom>
          <a:noFill/>
        </p:spPr>
        <p:txBody>
          <a:bodyPr wrap="square" rtlCol="0">
            <a:spAutoFit/>
          </a:bodyPr>
          <a:lstStyle/>
          <a:p>
            <a:r>
              <a:rPr lang="zh-CN" altLang="en-US" sz="5400" dirty="0"/>
              <a:t>获取下面范围内的随机数：</a:t>
            </a:r>
            <a:endParaRPr lang="en-US" altLang="zh-CN" sz="5400" dirty="0"/>
          </a:p>
          <a:p>
            <a:pPr lvl="1"/>
            <a:r>
              <a:rPr lang="en-US" altLang="zh-CN" sz="5400" dirty="0"/>
              <a:t>1</a:t>
            </a:r>
            <a:r>
              <a:rPr lang="zh-CN" altLang="en-US" sz="5400" dirty="0"/>
              <a:t>、</a:t>
            </a:r>
            <a:r>
              <a:rPr lang="en-US" altLang="zh-CN" sz="5400" dirty="0"/>
              <a:t>12~87 </a:t>
            </a:r>
            <a:endParaRPr lang="en-US" altLang="zh-CN" sz="5400" dirty="0"/>
          </a:p>
          <a:p>
            <a:pPr lvl="1"/>
            <a:r>
              <a:rPr lang="en-US" altLang="zh-CN" sz="5400" dirty="0"/>
              <a:t>2</a:t>
            </a:r>
            <a:r>
              <a:rPr lang="zh-CN" altLang="en-US" sz="5400" dirty="0"/>
              <a:t>、</a:t>
            </a:r>
            <a:r>
              <a:rPr lang="en-US" altLang="zh-CN" sz="5400" dirty="0"/>
              <a:t>17~39(</a:t>
            </a:r>
            <a:r>
              <a:rPr lang="zh-CN" altLang="en-US" sz="5400" dirty="0"/>
              <a:t>不包含</a:t>
            </a:r>
            <a:r>
              <a:rPr lang="en-US" altLang="zh-CN" sz="5400" dirty="0"/>
              <a:t>39)</a:t>
            </a:r>
            <a:endParaRPr lang="en-US" altLang="zh-CN" sz="54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zh-CN" altLang="en-US" dirty="0"/>
              <a:t>总结</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新授 </a:t>
            </a:r>
            <a:r>
              <a:rPr lang="zh-CN" altLang="en-US" sz="2000" b="1" dirty="0">
                <a:solidFill>
                  <a:schemeClr val="bg1"/>
                </a:solidFill>
              </a:rPr>
              <a:t>总结与合作探究</a:t>
            </a:r>
            <a:r>
              <a:rPr lang="zh-CN" altLang="en-US" b="1" dirty="0"/>
              <a:t>  作业  限时检测</a:t>
            </a:r>
            <a:endParaRPr lang="zh-CN" altLang="en-US" b="1" dirty="0"/>
          </a:p>
        </p:txBody>
      </p:sp>
      <p:sp>
        <p:nvSpPr>
          <p:cNvPr id="10" name="箭头: 上 9"/>
          <p:cNvSpPr/>
          <p:nvPr/>
        </p:nvSpPr>
        <p:spPr>
          <a:xfrm>
            <a:off x="4845199" y="6553641"/>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2" name="文本占位符 2"/>
          <p:cNvSpPr>
            <a:spLocks noGrp="1"/>
          </p:cNvSpPr>
          <p:nvPr/>
        </p:nvSpPr>
        <p:spPr>
          <a:xfrm>
            <a:off x="3837087" y="1501964"/>
            <a:ext cx="6120680" cy="372260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charset="-122"/>
                <a:ea typeface="黑体" panose="02010609060101010101" charset="-122"/>
                <a:cs typeface="+mn-cs"/>
              </a:defRPr>
            </a:lvl2pPr>
            <a:lvl3pPr marL="1219200" indent="0" algn="l" rtl="0" eaLnBrk="0" fontAlgn="base" hangingPunct="0">
              <a:spcBef>
                <a:spcPct val="20000"/>
              </a:spcBef>
              <a:spcAft>
                <a:spcPct val="0"/>
              </a:spcAft>
              <a:buFont typeface="Arial" panose="020B0604020202020204" pitchFamily="34" charset="0"/>
              <a:buNone/>
              <a:defRPr sz="1865" b="1" kern="1200">
                <a:solidFill>
                  <a:schemeClr val="tx1"/>
                </a:solidFill>
                <a:latin typeface="黑体" panose="02010609060101010101" charset="-122"/>
                <a:ea typeface="黑体" panose="02010609060101010101" charset="-122"/>
                <a:cs typeface="+mn-cs"/>
              </a:defRPr>
            </a:lvl3pPr>
            <a:lvl4pPr marL="1828800" indent="0" algn="l" rtl="0" eaLnBrk="0" fontAlgn="base" hangingPunct="0">
              <a:spcBef>
                <a:spcPct val="20000"/>
              </a:spcBef>
              <a:spcAft>
                <a:spcPct val="0"/>
              </a:spcAft>
              <a:buFont typeface="Arial" panose="020B0604020202020204" pitchFamily="34" charset="0"/>
              <a:buNone/>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0" indent="0">
              <a:lnSpc>
                <a:spcPct val="100000"/>
              </a:lnSpc>
              <a:buNone/>
            </a:pPr>
            <a:r>
              <a:rPr lang="zh-CN" altLang="en-US" sz="4800" dirty="0"/>
              <a:t>随机数的使用</a:t>
            </a:r>
            <a:endParaRPr lang="en-US" altLang="zh-CN" sz="4800" dirty="0"/>
          </a:p>
          <a:p>
            <a:pPr marL="0" indent="0">
              <a:lnSpc>
                <a:spcPct val="100000"/>
              </a:lnSpc>
              <a:buNone/>
            </a:pPr>
            <a:r>
              <a:rPr lang="zh-CN" altLang="en-US" sz="4800" dirty="0"/>
              <a:t>获取范围内的随机数</a:t>
            </a:r>
            <a:endParaRPr lang="en-US" altLang="zh-CN" sz="48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83823" y="201777"/>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zh-CN" altLang="en-US" dirty="0"/>
              <a:t>作业</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2" name="矩形 1"/>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0" y="6826660"/>
            <a:ext cx="8373591" cy="427681"/>
          </a:xfrm>
          <a:prstGeom prst="rect">
            <a:avLst/>
          </a:prstGeom>
          <a:noFill/>
        </p:spPr>
        <p:txBody>
          <a:bodyPr wrap="square" rtlCol="0">
            <a:spAutoFit/>
          </a:bodyPr>
          <a:lstStyle/>
          <a:p>
            <a:pPr>
              <a:lnSpc>
                <a:spcPts val="2900"/>
              </a:lnSpc>
            </a:pPr>
            <a:r>
              <a:rPr lang="zh-CN" altLang="en-US" b="1" dirty="0"/>
              <a:t>知识回顾 新课导入  目标及重难点  新授 总结与合作探究  </a:t>
            </a:r>
            <a:r>
              <a:rPr lang="zh-CN" altLang="en-US" sz="2000" b="1" dirty="0">
                <a:solidFill>
                  <a:schemeClr val="bg1"/>
                </a:solidFill>
              </a:rPr>
              <a:t>作业</a:t>
            </a:r>
            <a:r>
              <a:rPr lang="zh-CN" altLang="en-US" b="1" dirty="0"/>
              <a:t>  限时检测</a:t>
            </a:r>
            <a:endParaRPr lang="zh-CN" altLang="en-US" b="1" dirty="0"/>
          </a:p>
        </p:txBody>
      </p:sp>
      <p:sp>
        <p:nvSpPr>
          <p:cNvPr id="9" name="箭头: 上 8"/>
          <p:cNvSpPr/>
          <p:nvPr/>
        </p:nvSpPr>
        <p:spPr>
          <a:xfrm>
            <a:off x="5925319"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4" name="文本框 3"/>
          <p:cNvSpPr txBox="1"/>
          <p:nvPr/>
        </p:nvSpPr>
        <p:spPr>
          <a:xfrm>
            <a:off x="1604839" y="1456085"/>
            <a:ext cx="8856984" cy="2585323"/>
          </a:xfrm>
          <a:prstGeom prst="rect">
            <a:avLst/>
          </a:prstGeom>
          <a:noFill/>
        </p:spPr>
        <p:txBody>
          <a:bodyPr wrap="square" rtlCol="0">
            <a:spAutoFit/>
          </a:bodyPr>
          <a:lstStyle/>
          <a:p>
            <a:r>
              <a:rPr lang="zh-CN" altLang="en-US" sz="5400" dirty="0"/>
              <a:t>获取下面范围内的随机数：</a:t>
            </a:r>
            <a:endParaRPr lang="en-US" altLang="zh-CN" sz="5400" dirty="0"/>
          </a:p>
          <a:p>
            <a:pPr lvl="1"/>
            <a:r>
              <a:rPr lang="en-US" altLang="zh-CN" sz="5400" dirty="0"/>
              <a:t>1</a:t>
            </a:r>
            <a:r>
              <a:rPr lang="zh-CN" altLang="en-US" sz="5400" dirty="0"/>
              <a:t>、</a:t>
            </a:r>
            <a:r>
              <a:rPr lang="en-US" altLang="zh-CN" sz="5400" dirty="0"/>
              <a:t>9~77 </a:t>
            </a:r>
            <a:endParaRPr lang="en-US" altLang="zh-CN" sz="5400" dirty="0"/>
          </a:p>
          <a:p>
            <a:pPr lvl="1"/>
            <a:r>
              <a:rPr lang="en-US" altLang="zh-CN" sz="5400" dirty="0"/>
              <a:t>2</a:t>
            </a:r>
            <a:r>
              <a:rPr lang="zh-CN" altLang="en-US" sz="5400" dirty="0"/>
              <a:t>、</a:t>
            </a:r>
            <a:r>
              <a:rPr lang="en-US" altLang="zh-CN" sz="5400" dirty="0"/>
              <a:t>16~49(</a:t>
            </a:r>
            <a:r>
              <a:rPr lang="zh-CN" altLang="en-US" sz="5400" dirty="0"/>
              <a:t>不包含</a:t>
            </a:r>
            <a:r>
              <a:rPr lang="en-US" altLang="zh-CN" sz="5400" dirty="0"/>
              <a:t>49)</a:t>
            </a:r>
            <a:endParaRPr lang="en-US" altLang="zh-CN" sz="54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83823" y="201777"/>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zh-CN" altLang="en-US" dirty="0"/>
              <a:t>作业</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2" name="矩形 1"/>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0" y="6826660"/>
            <a:ext cx="8373591" cy="427681"/>
          </a:xfrm>
          <a:prstGeom prst="rect">
            <a:avLst/>
          </a:prstGeom>
          <a:noFill/>
        </p:spPr>
        <p:txBody>
          <a:bodyPr wrap="square" rtlCol="0">
            <a:spAutoFit/>
          </a:bodyPr>
          <a:lstStyle/>
          <a:p>
            <a:pPr>
              <a:lnSpc>
                <a:spcPts val="2900"/>
              </a:lnSpc>
            </a:pPr>
            <a:r>
              <a:rPr lang="zh-CN" altLang="en-US" b="1" dirty="0"/>
              <a:t>知识回顾 新课导入  目标及重难点  新授 总结与合作探究  </a:t>
            </a:r>
            <a:r>
              <a:rPr lang="zh-CN" altLang="en-US" sz="2000" b="1" dirty="0">
                <a:solidFill>
                  <a:schemeClr val="bg1"/>
                </a:solidFill>
              </a:rPr>
              <a:t>作业</a:t>
            </a:r>
            <a:r>
              <a:rPr lang="zh-CN" altLang="en-US" b="1" dirty="0"/>
              <a:t>  限时检测</a:t>
            </a:r>
            <a:endParaRPr lang="zh-CN" altLang="en-US" b="1" dirty="0"/>
          </a:p>
        </p:txBody>
      </p:sp>
      <p:sp>
        <p:nvSpPr>
          <p:cNvPr id="9" name="箭头: 上 8"/>
          <p:cNvSpPr/>
          <p:nvPr/>
        </p:nvSpPr>
        <p:spPr>
          <a:xfrm>
            <a:off x="5925319"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4" name="文本框 3"/>
          <p:cNvSpPr txBox="1"/>
          <p:nvPr/>
        </p:nvSpPr>
        <p:spPr>
          <a:xfrm>
            <a:off x="1604839" y="1456085"/>
            <a:ext cx="8856984" cy="1753235"/>
          </a:xfrm>
          <a:prstGeom prst="rect">
            <a:avLst/>
          </a:prstGeom>
          <a:noFill/>
        </p:spPr>
        <p:txBody>
          <a:bodyPr wrap="square" rtlCol="0">
            <a:spAutoFit/>
          </a:bodyPr>
          <a:lstStyle/>
          <a:p>
            <a:r>
              <a:rPr lang="zh-CN" altLang="en-US" sz="5400" dirty="0"/>
              <a:t>作业：猜数字游戏，具体看</a:t>
            </a:r>
            <a:r>
              <a:rPr lang="zh-CN" altLang="en-US" sz="5400" dirty="0"/>
              <a:t>演示</a:t>
            </a:r>
            <a:endParaRPr lang="zh-CN" altLang="en-US" sz="54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nvSpPr>
        <p:spPr>
          <a:xfrm>
            <a:off x="710881" y="1646134"/>
            <a:ext cx="10749598" cy="4462058"/>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charset="-122"/>
                <a:ea typeface="黑体" panose="02010609060101010101"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endParaRPr lang="en-US" altLang="zh-CN" dirty="0"/>
          </a:p>
        </p:txBody>
      </p:sp>
      <p:sp>
        <p:nvSpPr>
          <p:cNvPr id="3" name="标题 2"/>
          <p:cNvSpPr>
            <a:spLocks noGrp="1"/>
          </p:cNvSpPr>
          <p:nvPr/>
        </p:nvSpPr>
        <p:spPr>
          <a:xfrm>
            <a:off x="883823" y="201777"/>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zh-CN" altLang="en-US" dirty="0"/>
              <a:t>限时检测</a:t>
            </a:r>
            <a:endParaRPr kumimoji="1" lang="zh-CN" altLang="en-US" dirty="0"/>
          </a:p>
        </p:txBody>
      </p:sp>
      <p:sp>
        <p:nvSpPr>
          <p:cNvPr id="4" name="文本占位符 3"/>
          <p:cNvSpPr>
            <a:spLocks noGrp="1"/>
          </p:cNvSpPr>
          <p:nvPr/>
        </p:nvSpPr>
        <p:spPr>
          <a:xfrm>
            <a:off x="884869" y="855626"/>
            <a:ext cx="10749599"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charset="-122"/>
                <a:ea typeface="黑体" panose="02010609060101010101"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charset="-122"/>
                <a:ea typeface="黑体" panose="02010609060101010101"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endParaRPr kumimoji="1" lang="zh-CN" altLang="en-US" dirty="0">
              <a:solidFill>
                <a:srgbClr val="FF0000"/>
              </a:solidFill>
            </a:endParaRPr>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9" name="矩形 8"/>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新授 总结与合作探究  作业  </a:t>
            </a:r>
            <a:r>
              <a:rPr lang="zh-CN" altLang="en-US" sz="2000" b="1" dirty="0">
                <a:solidFill>
                  <a:srgbClr val="FFFFFF"/>
                </a:solidFill>
              </a:rPr>
              <a:t>限时检测</a:t>
            </a:r>
            <a:endParaRPr lang="zh-CN" altLang="en-US" sz="2000" b="1" dirty="0">
              <a:solidFill>
                <a:srgbClr val="FFFFFF"/>
              </a:solidFill>
            </a:endParaRPr>
          </a:p>
        </p:txBody>
      </p:sp>
      <p:sp>
        <p:nvSpPr>
          <p:cNvPr id="2" name="箭头: 上 1"/>
          <p:cNvSpPr/>
          <p:nvPr/>
        </p:nvSpPr>
        <p:spPr>
          <a:xfrm>
            <a:off x="6717407"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5" name="文本框 4"/>
          <p:cNvSpPr txBox="1"/>
          <p:nvPr/>
        </p:nvSpPr>
        <p:spPr>
          <a:xfrm>
            <a:off x="1906833" y="2151296"/>
            <a:ext cx="9045084" cy="646331"/>
          </a:xfrm>
          <a:prstGeom prst="rect">
            <a:avLst/>
          </a:prstGeom>
          <a:noFill/>
        </p:spPr>
        <p:txBody>
          <a:bodyPr wrap="square" rtlCol="0">
            <a:spAutoFit/>
          </a:bodyPr>
          <a:lstStyle/>
          <a:p>
            <a:r>
              <a:rPr lang="zh-CN" altLang="en-US" sz="3600" dirty="0"/>
              <a:t>使用随机数的时候，需要引入哪个头部文件。</a:t>
            </a:r>
            <a:endParaRPr lang="zh-CN" altLang="en-US" sz="36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timing>
    <p:tnLst>
      <p:par>
        <p:cTn id="1" dur="indefinite" restart="never" nodeType="tmRoot"/>
      </p:par>
    </p:tnLst>
  </p:timing>
</p:sld>
</file>

<file path=ppt/tags/tag1.xml><?xml version="1.0" encoding="utf-8"?>
<p:tagLst xmlns:p="http://schemas.openxmlformats.org/presentationml/2006/main">
  <p:tag name="KSO_WM_DIAGRAM_VIRTUALLY_FRAME" val="{&quot;height&quot;:278.42992125984256,&quot;left&quot;:200.07425196850392,&quot;top&quot;:194.80102362204724,&quot;width&quot;:476.27346456692914}"/>
</p:tagLst>
</file>

<file path=ppt/tags/tag2.xml><?xml version="1.0" encoding="utf-8"?>
<p:tagLst xmlns:p="http://schemas.openxmlformats.org/presentationml/2006/main">
  <p:tag name="KSO_WM_DIAGRAM_VIRTUALLY_FRAME" val="{&quot;height&quot;:278.42992125984256,&quot;left&quot;:200.07425196850392,&quot;top&quot;:194.80102362204724,&quot;width&quot;:476.27346456692914}"/>
</p:tagLst>
</file>

<file path=ppt/tags/tag3.xml><?xml version="1.0" encoding="utf-8"?>
<p:tagLst xmlns:p="http://schemas.openxmlformats.org/presentationml/2006/main">
  <p:tag name="KSO_WM_DIAGRAM_VIRTUALLY_FRAME" val="{&quot;height&quot;:278.42992125984256,&quot;left&quot;:200.07425196850392,&quot;top&quot;:194.80102362204724,&quot;width&quot;:476.27346456692914}"/>
</p:tagLst>
</file>

<file path=ppt/tags/tag4.xml><?xml version="1.0" encoding="utf-8"?>
<p:tagLst xmlns:p="http://schemas.openxmlformats.org/presentationml/2006/main">
  <p:tag name="KSO_WM_DIAGRAM_VIRTUALLY_FRAME" val="{&quot;height&quot;:278.42992125984256,&quot;left&quot;:200.07425196850392,&quot;top&quot;:194.80102362204724,&quot;width&quot;:476.27346456692914}"/>
</p:tagLst>
</file>

<file path=ppt/tags/tag5.xml><?xml version="1.0" encoding="utf-8"?>
<p:tagLst xmlns:p="http://schemas.openxmlformats.org/presentationml/2006/main">
  <p:tag name="KSO_WM_DIAGRAM_VIRTUALLY_FRAME" val="{&quot;height&quot;:278.42992125984256,&quot;left&quot;:200.07425196850392,&quot;top&quot;:194.80102362204724,&quot;width&quot;:476.27346456692914}"/>
</p:tagLst>
</file>

<file path=ppt/tags/tag6.xml><?xml version="1.0" encoding="utf-8"?>
<p:tagLst xmlns:p="http://schemas.openxmlformats.org/presentationml/2006/main">
  <p:tag name="KSO_WM_DIAGRAM_VIRTUALLY_FRAME" val="{&quot;height&quot;:278.42992125984256,&quot;left&quot;:200.07425196850392,&quot;top&quot;:194.80102362204724,&quot;width&quot;:476.27346456692914}"/>
</p:tagLst>
</file>

<file path=ppt/tags/tag7.xml><?xml version="1.0" encoding="utf-8"?>
<p:tagLst xmlns:p="http://schemas.openxmlformats.org/presentationml/2006/main">
  <p:tag name="ISPRING_ULTRA_SCORM_COURSE_ID" val="9E7965BD-BA7C-4284-B303-3DF26FF20985"/>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OUTPUT_FOLDER" val="C:\Users\Administrator\Desktop"/>
  <p:tag name="ISPRING_UUID" val="{C1A8F295-47DC-48FB-81BD-666766343352}"/>
  <p:tag name="ISPRING_RESOURCE_FOLDER" val="E:\素材\正版图-卖\PPT\0变色龙\0包图网\bt369\ppt\bt369\"/>
  <p:tag name="ISPRING_PRESENTATION_PATH" val="E:\素材\正版图-卖\PPT\0变色龙\0包图网\bt369\ppt\bt369.pptx"/>
  <p:tag name="ISPRING_PROJECT_FOLDER_UPDATED" val="1"/>
  <p:tag name="ISPRING_SCREEN_RECS_UPDATED" val="E:\素材\正版图-卖\PPT\0变色龙\0包图网\bt369\ppt\bt369"/>
  <p:tag name="ISPRING_SCORM_ENDPOINT" val="&lt;endpoint&gt;&lt;enable&gt;0&lt;/enable&gt;&lt;lrs&gt;http://&lt;/lrs&gt;&lt;auth&gt;0&lt;/auth&gt;&lt;login&gt;&lt;/login&gt;&lt;password&gt;&lt;/password&gt;&lt;key&gt;&lt;/key&gt;&lt;name&gt;&lt;/name&gt;&lt;email&gt;&lt;/email&gt;&lt;/endpoint&gt;&#10;"/>
  <p:tag name="ISPRING_PRESENTATION_TITLE" val="bt730"/>
</p:tagLst>
</file>

<file path=ppt/theme/theme1.xml><?xml version="1.0" encoding="utf-8"?>
<a:theme xmlns:a="http://schemas.openxmlformats.org/drawingml/2006/main" name="Office Theme">
  <a:themeElements>
    <a:clrScheme name="自定义 447">
      <a:dk1>
        <a:sysClr val="windowText" lastClr="000000"/>
      </a:dk1>
      <a:lt1>
        <a:sysClr val="window" lastClr="FFFFFF"/>
      </a:lt1>
      <a:dk2>
        <a:srgbClr val="006E67"/>
      </a:dk2>
      <a:lt2>
        <a:srgbClr val="E7E6E6"/>
      </a:lt2>
      <a:accent1>
        <a:srgbClr val="006E67"/>
      </a:accent1>
      <a:accent2>
        <a:srgbClr val="A5A5A5"/>
      </a:accent2>
      <a:accent3>
        <a:srgbClr val="006E67"/>
      </a:accent3>
      <a:accent4>
        <a:srgbClr val="A5A5A5"/>
      </a:accent4>
      <a:accent5>
        <a:srgbClr val="006E67"/>
      </a:accent5>
      <a:accent6>
        <a:srgbClr val="A5A5A5"/>
      </a:accent6>
      <a:hlink>
        <a:srgbClr val="006E67"/>
      </a:hlink>
      <a:folHlink>
        <a:srgbClr val="A5A5A5"/>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1179</Words>
  <Application>WPS 演示</Application>
  <PresentationFormat>自定义</PresentationFormat>
  <Paragraphs>131</Paragraphs>
  <Slides>16</Slides>
  <Notes>9</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16</vt:i4>
      </vt:variant>
    </vt:vector>
  </HeadingPairs>
  <TitlesOfParts>
    <vt:vector size="34" baseType="lpstr">
      <vt:lpstr>Arial</vt:lpstr>
      <vt:lpstr>宋体</vt:lpstr>
      <vt:lpstr>Wingdings</vt:lpstr>
      <vt:lpstr>Calibri</vt:lpstr>
      <vt:lpstr>印品黑体</vt:lpstr>
      <vt:lpstr>黑体</vt:lpstr>
      <vt:lpstr>微软雅黑</vt:lpstr>
      <vt:lpstr>字魂73号-江南手书</vt:lpstr>
      <vt:lpstr>Alibaba PuHuiTi B</vt:lpstr>
      <vt:lpstr>阿里巴巴普惠体</vt:lpstr>
      <vt:lpstr>Alibaba PuHuiTi R</vt:lpstr>
      <vt:lpstr>Arial Unicode MS</vt:lpstr>
      <vt:lpstr>汉仪雅酷黑简</vt:lpstr>
      <vt:lpstr>汉仪君黑-45简</vt:lpstr>
      <vt:lpstr>The best part</vt:lpstr>
      <vt:lpstr>方正仿宋_GB2312</vt:lpstr>
      <vt:lpstr>Radam</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bt730</dc:title>
  <dc:creator/>
  <cp:lastModifiedBy>周磊</cp:lastModifiedBy>
  <cp:revision>656</cp:revision>
  <dcterms:created xsi:type="dcterms:W3CDTF">2024-04-10T13:53:00Z</dcterms:created>
  <dcterms:modified xsi:type="dcterms:W3CDTF">2025-11-11T01:04:05Z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FCA88555D3D44735BAA1F56722F3B997</vt:lpwstr>
  </property>
</Properties>
</file>