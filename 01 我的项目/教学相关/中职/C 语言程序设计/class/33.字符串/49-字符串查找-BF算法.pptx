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4"/>
  </p:handoutMasterIdLst>
  <p:sldIdLst>
    <p:sldId id="3705" r:id="rId3"/>
    <p:sldId id="3706" r:id="rId4"/>
    <p:sldId id="3807" r:id="rId5"/>
    <p:sldId id="3646" r:id="rId6"/>
    <p:sldId id="3808" r:id="rId8"/>
    <p:sldId id="3798" r:id="rId9"/>
    <p:sldId id="3809" r:id="rId10"/>
    <p:sldId id="3712" r:id="rId11"/>
    <p:sldId id="3793" r:id="rId12"/>
    <p:sldId id="3702" r:id="rId13"/>
  </p:sldIdLst>
  <p:sldSz cx="12858750" cy="7232650"/>
  <p:notesSz cx="6858000" cy="9144000"/>
  <p:custDataLst>
    <p:tags r:id="rId1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552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9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字符串查找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-BF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框 6"/>
          <p:cNvSpPr txBox="1"/>
          <p:nvPr/>
        </p:nvSpPr>
        <p:spPr>
          <a:xfrm>
            <a:off x="2036887" y="1960141"/>
            <a:ext cx="88569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+mj-ea"/>
                <a:ea typeface="+mj-ea"/>
              </a:rPr>
              <a:t>static</a:t>
            </a:r>
            <a:r>
              <a:rPr lang="zh-CN" altLang="en-US" sz="4400" dirty="0">
                <a:latin typeface="+mj-ea"/>
                <a:ea typeface="+mj-ea"/>
              </a:rPr>
              <a:t>静态变量</a:t>
            </a:r>
            <a:endParaRPr lang="en-US" altLang="zh-CN" sz="4400" dirty="0">
              <a:latin typeface="+mj-ea"/>
              <a:ea typeface="+mj-ea"/>
            </a:endParaRPr>
          </a:p>
          <a:p>
            <a:pPr algn="ctr"/>
            <a:r>
              <a:rPr lang="zh-CN" altLang="en-US" sz="4400" dirty="0">
                <a:latin typeface="+mj-ea"/>
                <a:ea typeface="+mj-ea"/>
              </a:rPr>
              <a:t>字符串</a:t>
            </a:r>
            <a:endParaRPr lang="zh-CN" altLang="en-US" sz="44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rgbClr val="FFFFFF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1388815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4775" y="1384077"/>
            <a:ext cx="10153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假设有个字符串</a:t>
            </a:r>
            <a:r>
              <a:rPr lang="en-US" altLang="zh-CN" sz="3600" dirty="0">
                <a:latin typeface="+mj-ea"/>
                <a:ea typeface="+mj-ea"/>
              </a:rPr>
              <a:t>“ababababcerw”</a:t>
            </a:r>
            <a:r>
              <a:rPr lang="zh-CN" altLang="en-US" sz="3600" dirty="0">
                <a:latin typeface="+mj-ea"/>
                <a:ea typeface="+mj-ea"/>
              </a:rPr>
              <a:t>，我想找到</a:t>
            </a:r>
            <a:r>
              <a:rPr lang="en-US" altLang="zh-CN" sz="3600" dirty="0">
                <a:latin typeface="+mj-ea"/>
                <a:ea typeface="+mj-ea"/>
              </a:rPr>
              <a:t>abc</a:t>
            </a:r>
            <a:r>
              <a:rPr lang="zh-CN" altLang="en-US" sz="3600" dirty="0">
                <a:latin typeface="+mj-ea"/>
                <a:ea typeface="+mj-ea"/>
              </a:rPr>
              <a:t>的位置，怎么做呢？</a:t>
            </a:r>
            <a:endParaRPr lang="zh-CN" altLang="en-US" sz="36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文件概述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文件路径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301442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字符串查找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4668" y="1456085"/>
            <a:ext cx="111513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需求：</a:t>
            </a:r>
            <a:endParaRPr lang="en-US" altLang="zh-CN" sz="3200" b="1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altLang="zh-CN" sz="3200" dirty="0"/>
              <a:t>	</a:t>
            </a:r>
            <a:r>
              <a:rPr lang="zh-CN" altLang="en-US" sz="3200" dirty="0">
                <a:latin typeface="+mj-ea"/>
                <a:ea typeface="+mj-ea"/>
              </a:rPr>
              <a:t>键盘录入一个字符串</a:t>
            </a:r>
            <a:r>
              <a:rPr lang="en-US" altLang="zh-CN" sz="3200" dirty="0">
                <a:latin typeface="+mj-ea"/>
                <a:ea typeface="+mj-ea"/>
              </a:rPr>
              <a:t>1</a:t>
            </a:r>
            <a:r>
              <a:rPr lang="zh-CN" altLang="en-US" sz="3200" dirty="0">
                <a:latin typeface="+mj-ea"/>
                <a:ea typeface="+mj-ea"/>
              </a:rPr>
              <a:t>，表示一个完整的字符串；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	</a:t>
            </a:r>
            <a:r>
              <a:rPr lang="zh-CN" altLang="en-US" sz="3200" dirty="0">
                <a:latin typeface="+mj-ea"/>
                <a:ea typeface="+mj-ea"/>
              </a:rPr>
              <a:t>键盘再录入一个字符串</a:t>
            </a:r>
            <a:r>
              <a:rPr lang="en-US" altLang="zh-CN" sz="3200" dirty="0">
                <a:latin typeface="+mj-ea"/>
                <a:ea typeface="+mj-ea"/>
              </a:rPr>
              <a:t>2</a:t>
            </a:r>
            <a:r>
              <a:rPr lang="zh-CN" altLang="en-US" sz="3200" dirty="0">
                <a:latin typeface="+mj-ea"/>
                <a:ea typeface="+mj-ea"/>
              </a:rPr>
              <a:t>，表示需要查找的字符串；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	</a:t>
            </a:r>
            <a:r>
              <a:rPr lang="zh-CN" altLang="en-US" sz="3200" dirty="0">
                <a:latin typeface="+mj-ea"/>
                <a:ea typeface="+mj-ea"/>
              </a:rPr>
              <a:t>当在字符串</a:t>
            </a:r>
            <a:r>
              <a:rPr lang="en-US" altLang="zh-CN" sz="3200" dirty="0">
                <a:latin typeface="+mj-ea"/>
                <a:ea typeface="+mj-ea"/>
              </a:rPr>
              <a:t>1</a:t>
            </a:r>
            <a:r>
              <a:rPr lang="zh-CN" altLang="en-US" sz="3200" dirty="0">
                <a:latin typeface="+mj-ea"/>
                <a:ea typeface="+mj-ea"/>
              </a:rPr>
              <a:t>中找到字符串</a:t>
            </a:r>
            <a:r>
              <a:rPr lang="en-US" altLang="zh-CN" sz="3200" dirty="0">
                <a:latin typeface="+mj-ea"/>
                <a:ea typeface="+mj-ea"/>
              </a:rPr>
              <a:t>2</a:t>
            </a:r>
            <a:r>
              <a:rPr lang="zh-CN" altLang="en-US" sz="3200" dirty="0">
                <a:latin typeface="+mj-ea"/>
                <a:ea typeface="+mj-ea"/>
              </a:rPr>
              <a:t>时，返回对应的索引下标，否则返回</a:t>
            </a:r>
            <a:r>
              <a:rPr lang="en-US" altLang="zh-CN" sz="3200" dirty="0">
                <a:latin typeface="+mj-ea"/>
                <a:ea typeface="+mj-ea"/>
              </a:rPr>
              <a:t>-1</a:t>
            </a:r>
            <a:r>
              <a:rPr lang="zh-CN" altLang="en-US" sz="3200" dirty="0">
                <a:latin typeface="+mj-ea"/>
                <a:ea typeface="+mj-ea"/>
              </a:rPr>
              <a:t>；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078323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文件概述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0b649792cc6a74add67b20e59efbf35f_raw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04839" y="1167631"/>
            <a:ext cx="9433048" cy="5446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078323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文件概述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039" y="165026"/>
            <a:ext cx="4791075" cy="6486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553</Words>
  <Application>WPS 演示</Application>
  <PresentationFormat>自定义</PresentationFormat>
  <Paragraphs>61</Paragraphs>
  <Slides>10</Slides>
  <Notes>5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654</cp:revision>
  <dcterms:created xsi:type="dcterms:W3CDTF">2024-04-10T13:53:00Z</dcterms:created>
  <dcterms:modified xsi:type="dcterms:W3CDTF">2025-12-07T11:07:32Z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FCA88555D3D44735BAA1F56722F3B997</vt:lpwstr>
  </property>
</Properties>
</file>