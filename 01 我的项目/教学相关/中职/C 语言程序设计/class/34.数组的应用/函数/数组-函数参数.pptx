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14"/>
  </p:handoutMasterIdLst>
  <p:sldIdLst>
    <p:sldId id="3705" r:id="rId3"/>
    <p:sldId id="3706" r:id="rId4"/>
    <p:sldId id="3646" r:id="rId5"/>
    <p:sldId id="3802" r:id="rId7"/>
    <p:sldId id="3798" r:id="rId8"/>
    <p:sldId id="3800" r:id="rId9"/>
    <p:sldId id="3799" r:id="rId10"/>
    <p:sldId id="3712" r:id="rId11"/>
    <p:sldId id="3793" r:id="rId12"/>
    <p:sldId id="3702" r:id="rId13"/>
  </p:sldIdLst>
  <p:sldSz cx="12858750" cy="7232650"/>
  <p:notesSz cx="6858000" cy="9144000"/>
  <p:custDataLst>
    <p:tags r:id="rId1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60" userDrawn="1">
          <p15:clr>
            <a:srgbClr val="A4A3A4"/>
          </p15:clr>
        </p15:guide>
        <p15:guide id="5" pos="7528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37"/>
        <p:guide pos="4075"/>
        <p:guide pos="560"/>
        <p:guide pos="7528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数组能当做函数的参数传递</a:t>
            </a:r>
            <a:r>
              <a:rPr lang="zh-CN" altLang="en-US" sz="6600" dirty="0">
                <a:solidFill>
                  <a:schemeClr val="tx1"/>
                </a:solidFill>
              </a:rPr>
              <a:t>么？</a:t>
            </a:r>
            <a:endParaRPr lang="en-US" altLang="zh-CN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49685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数组</a:t>
            </a:r>
            <a:r>
              <a:rPr lang="zh-CN" altLang="en-US" sz="3600" dirty="0"/>
              <a:t>元素作为函数参数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数组</a:t>
            </a:r>
            <a:r>
              <a:rPr lang="zh-CN" altLang="en-US" sz="3600" dirty="0"/>
              <a:t>名作为函数参数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sym typeface="+mn-ea"/>
              </a:rPr>
              <a:t>值传递，地址传递</a:t>
            </a:r>
            <a:endParaRPr lang="zh-CN" altLang="en-US" sz="2400" dirty="0"/>
          </a:p>
          <a:p>
            <a:pPr fontAlgn="auto">
              <a:spcAft>
                <a:spcPts val="0"/>
              </a:spcAft>
            </a:pP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8774" y="1600210"/>
            <a:ext cx="10712193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 smtClean="0">
              <a:sym typeface="+mn-ea"/>
            </a:endParaRPr>
          </a:p>
          <a:p>
            <a:r>
              <a:rPr lang="zh-CN" altLang="en-US" sz="3200" dirty="0" smtClean="0">
                <a:solidFill>
                  <a:srgbClr val="FF0000"/>
                </a:solidFill>
                <a:sym typeface="+mn-ea"/>
              </a:rPr>
              <a:t>变量、数组元素作为实参，就是值传递。</a:t>
            </a:r>
            <a:r>
              <a:rPr lang="zh-CN" altLang="en-US" sz="3200" dirty="0" smtClean="0">
                <a:sym typeface="+mn-ea"/>
              </a:rPr>
              <a:t>函数内修改形参，不影响实参原始值</a:t>
            </a:r>
            <a:endParaRPr lang="zh-CN" altLang="en-US" sz="3200" dirty="0" smtClean="0">
              <a:sym typeface="+mn-ea"/>
            </a:endParaRPr>
          </a:p>
          <a:p>
            <a:endParaRPr lang="en-US" altLang="zh-CN" sz="3200" dirty="0" smtClean="0"/>
          </a:p>
          <a:p>
            <a:pPr algn="l">
              <a:buClrTx/>
              <a:buSzTx/>
              <a:buFontTx/>
            </a:pPr>
            <a:r>
              <a:rPr lang="zh-CN" altLang="en-US" sz="3200" dirty="0" smtClean="0">
                <a:solidFill>
                  <a:srgbClr val="FF0000"/>
                </a:solidFill>
                <a:sym typeface="+mn-ea"/>
              </a:rPr>
              <a:t>数组名作为实参和形参，是地址传递。</a:t>
            </a:r>
            <a:r>
              <a:rPr lang="zh-CN" altLang="en-US" sz="3200" dirty="0" smtClean="0"/>
              <a:t>函数内修改形参，影响实参原始值</a:t>
            </a:r>
            <a:endParaRPr lang="zh-CN" altLang="en-US" sz="3200" dirty="0" smtClean="0"/>
          </a:p>
          <a:p>
            <a:endParaRPr lang="zh-CN" altLang="en-US" sz="32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zh-CN" sz="2400" dirty="0"/>
              <a:t>变量</a:t>
            </a:r>
            <a:endParaRPr lang="zh-CN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90" y="1758315"/>
            <a:ext cx="8787765" cy="4017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sym typeface="+mn-ea"/>
              </a:rPr>
              <a:t>二</a:t>
            </a:r>
            <a:r>
              <a:rPr lang="en-US" altLang="zh-CN" sz="2400" dirty="0" smtClean="0">
                <a:sym typeface="+mn-ea"/>
              </a:rPr>
              <a:t>.</a:t>
            </a:r>
            <a:r>
              <a:rPr lang="zh-CN" altLang="en-US" sz="2400" dirty="0" smtClean="0">
                <a:sym typeface="+mn-ea"/>
              </a:rPr>
              <a:t>数组元素作为函数实参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1532255" y="13843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170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800" kern="12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170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800" i="0" kern="12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170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170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170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数组元素就是下标变量，它与普通变量并无区别，因此它作为函数实参使用与普通变量是完全相同的。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480" y="3040380"/>
            <a:ext cx="5737860" cy="3238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7207885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sym typeface="+mn-ea"/>
              </a:rPr>
              <a:t>三</a:t>
            </a:r>
            <a:r>
              <a:rPr lang="en-US" altLang="zh-CN" sz="2400" dirty="0" smtClean="0">
                <a:sym typeface="+mn-ea"/>
              </a:rPr>
              <a:t>.</a:t>
            </a:r>
            <a:r>
              <a:rPr lang="zh-CN" altLang="en-US" sz="2400" dirty="0" smtClean="0">
                <a:sym typeface="+mn-ea"/>
              </a:rPr>
              <a:t>数组名作为函数参数</a:t>
            </a:r>
            <a:r>
              <a:rPr lang="en-US" altLang="zh-CN" sz="2400" dirty="0" smtClean="0">
                <a:sym typeface="+mn-ea"/>
              </a:rPr>
              <a:t>  ---</a:t>
            </a:r>
            <a:r>
              <a:rPr lang="zh-CN" altLang="en-US" sz="2400" dirty="0" smtClean="0">
                <a:sym typeface="+mn-ea"/>
              </a:rPr>
              <a:t>可以展示地址的连续性</a:t>
            </a:r>
            <a:endParaRPr lang="zh-CN" altLang="en-US" sz="2400" dirty="0"/>
          </a:p>
          <a:p>
            <a:pPr fontAlgn="auto">
              <a:spcAft>
                <a:spcPts val="0"/>
              </a:spcAft>
            </a:pP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35" y="1981835"/>
            <a:ext cx="7602855" cy="4289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4340860" y="1960245"/>
            <a:ext cx="4630420" cy="237617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数组作为参数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0783" y="1672109"/>
            <a:ext cx="10945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+mj-ea"/>
                <a:ea typeface="+mj-ea"/>
              </a:rPr>
              <a:t>1</a:t>
            </a:r>
            <a:r>
              <a:rPr lang="zh-CN" altLang="en-US" sz="3200" dirty="0">
                <a:latin typeface="+mj-ea"/>
                <a:ea typeface="+mj-ea"/>
              </a:rPr>
              <a:t>、键盘录入一个字符串，使用程序实现在控制台遍历该字符串。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2</a:t>
            </a:r>
            <a:r>
              <a:rPr lang="zh-CN" altLang="en-US" sz="3200" dirty="0">
                <a:latin typeface="+mj-ea"/>
                <a:ea typeface="+mj-ea"/>
              </a:rPr>
              <a:t>、定义一个数组存储</a:t>
            </a:r>
            <a:r>
              <a:rPr lang="en-US" altLang="zh-CN" sz="3200" dirty="0">
                <a:latin typeface="+mj-ea"/>
                <a:ea typeface="+mj-ea"/>
              </a:rPr>
              <a:t>5</a:t>
            </a:r>
            <a:r>
              <a:rPr lang="zh-CN" altLang="en-US" sz="3200" dirty="0">
                <a:latin typeface="+mj-ea"/>
                <a:ea typeface="+mj-ea"/>
              </a:rPr>
              <a:t>个最好朋友的名字并遍历。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346" y="1808109"/>
            <a:ext cx="10575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/>
              <a:t>如何定义字符串？</a:t>
            </a:r>
            <a:endParaRPr lang="zh-CN" alt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647</Words>
  <Application>WPS 演示</Application>
  <PresentationFormat>自定义</PresentationFormat>
  <Paragraphs>73</Paragraphs>
  <Slides>10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Franklin Gothic Book</vt:lpstr>
      <vt:lpstr>Alibaba PuHuiTi R</vt:lpstr>
      <vt:lpstr>Arial Unicode MS</vt:lpstr>
      <vt:lpstr>Alibaba PuHuiTi B</vt:lpstr>
      <vt:lpstr>Alibaba PuHuiTi R</vt:lpstr>
      <vt:lpstr>印品黑体</vt:lpstr>
      <vt:lpstr>字魂73号-江南手书</vt:lpstr>
      <vt:lpstr>阿里巴巴普惠体</vt:lpstr>
      <vt:lpstr>Segoe Print</vt:lpstr>
      <vt:lpstr>印品酷黑体</vt:lpstr>
      <vt:lpstr>字魂江南手书</vt:lpstr>
      <vt:lpstr>The Best Friend</vt:lpstr>
      <vt:lpstr>阿里巴巴和七个小矮人</vt:lpstr>
      <vt:lpstr>Retro Cute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676</cp:revision>
  <dcterms:created xsi:type="dcterms:W3CDTF">2024-04-10T13:53:00Z</dcterms:created>
  <dcterms:modified xsi:type="dcterms:W3CDTF">2025-12-17T02:22:42Z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FCA88555D3D44735BAA1F56722F3B997</vt:lpwstr>
  </property>
</Properties>
</file>