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6"/>
  </p:handoutMasterIdLst>
  <p:sldIdLst>
    <p:sldId id="3705" r:id="rId3"/>
    <p:sldId id="3706" r:id="rId4"/>
    <p:sldId id="3756" r:id="rId5"/>
    <p:sldId id="3646" r:id="rId6"/>
    <p:sldId id="3798" r:id="rId8"/>
    <p:sldId id="3799" r:id="rId9"/>
    <p:sldId id="3800" r:id="rId10"/>
    <p:sldId id="3801" r:id="rId11"/>
    <p:sldId id="3802" r:id="rId12"/>
    <p:sldId id="3803" r:id="rId13"/>
    <p:sldId id="3804" r:id="rId14"/>
    <p:sldId id="3805" r:id="rId15"/>
    <p:sldId id="3806" r:id="rId16"/>
    <p:sldId id="3807" r:id="rId17"/>
    <p:sldId id="3808" r:id="rId18"/>
    <p:sldId id="3809" r:id="rId19"/>
    <p:sldId id="3810" r:id="rId20"/>
    <p:sldId id="3811" r:id="rId21"/>
    <p:sldId id="3812" r:id="rId22"/>
    <p:sldId id="3712" r:id="rId23"/>
    <p:sldId id="3793" r:id="rId24"/>
    <p:sldId id="3702" r:id="rId25"/>
  </p:sldIdLst>
  <p:sldSz cx="12858750" cy="7232650"/>
  <p:notesSz cx="6858000" cy="9144000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4.png"/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3800" dirty="0">
                <a:solidFill>
                  <a:schemeClr val="tx1"/>
                </a:solidFill>
              </a:rPr>
              <a:t>二维数组</a:t>
            </a:r>
            <a:endParaRPr lang="en-US" altLang="zh-CN" sz="13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97" y="930586"/>
            <a:ext cx="10105556" cy="4844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935128"/>
            <a:ext cx="4968552" cy="288032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概念及定义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作用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细节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什么是指针？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05039" y="1960141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</a:rPr>
              <a:t>指针    </a:t>
            </a:r>
            <a:r>
              <a:rPr lang="en-US" altLang="zh-CN" sz="4400" b="1" dirty="0">
                <a:solidFill>
                  <a:srgbClr val="FF0000"/>
                </a:solidFill>
              </a:rPr>
              <a:t>=       </a:t>
            </a:r>
            <a:r>
              <a:rPr lang="zh-CN" altLang="en-US" sz="4400" b="1" dirty="0">
                <a:solidFill>
                  <a:srgbClr val="FF0000"/>
                </a:solidFill>
              </a:rPr>
              <a:t>内存地址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5039" y="3375326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10</a:t>
            </a:r>
            <a:r>
              <a:rPr lang="zh-CN" altLang="en-US" sz="4400" b="1" dirty="0">
                <a:solidFill>
                  <a:srgbClr val="FF0000"/>
                </a:solidFill>
              </a:rPr>
              <a:t>    </a:t>
            </a:r>
            <a:r>
              <a:rPr lang="en-US" altLang="zh-CN" sz="4400" b="1" dirty="0">
                <a:solidFill>
                  <a:srgbClr val="FF0000"/>
                </a:solidFill>
              </a:rPr>
              <a:t>&lt;&lt;=       0X0011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20863" y="4144767"/>
            <a:ext cx="9433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通过内存地址就可以找到对应的小空间，</a:t>
            </a:r>
            <a:r>
              <a:rPr lang="zh-CN" altLang="en-US" sz="2800" b="1" dirty="0">
                <a:solidFill>
                  <a:srgbClr val="FF0000"/>
                </a:solidFill>
              </a:rPr>
              <a:t>获取</a:t>
            </a:r>
            <a:r>
              <a:rPr lang="zh-CN" altLang="en-US" sz="2800" dirty="0"/>
              <a:t>到这个空间里的数据，并且对这个空间里的数据进行</a:t>
            </a:r>
            <a:r>
              <a:rPr lang="zh-CN" altLang="en-US" sz="2800" b="1" dirty="0">
                <a:solidFill>
                  <a:srgbClr val="FF0000"/>
                </a:solidFill>
              </a:rPr>
              <a:t>修改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6" name="矩形: 圆角 5"/>
          <p:cNvSpPr/>
          <p:nvPr/>
        </p:nvSpPr>
        <p:spPr>
          <a:xfrm>
            <a:off x="3189015" y="3396273"/>
            <a:ext cx="1152128" cy="7484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3455515"/>
            <a:ext cx="1419994" cy="70296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18" y="1797491"/>
            <a:ext cx="8315814" cy="1012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指针概念。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2791" y="1736269"/>
            <a:ext cx="1008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所以在咱们</a:t>
            </a:r>
            <a:r>
              <a:rPr lang="en-US" altLang="zh-CN" sz="3600" b="1" dirty="0">
                <a:latin typeface="+mn-ea"/>
                <a:ea typeface="+mn-ea"/>
              </a:rPr>
              <a:t>C</a:t>
            </a:r>
            <a:r>
              <a:rPr lang="zh-CN" altLang="en-US" sz="3600" b="1" dirty="0">
                <a:latin typeface="+mn-ea"/>
                <a:ea typeface="+mn-ea"/>
              </a:rPr>
              <a:t>语言中，咱们都会用一个变量将指针，也就是内存地址存起来，这个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变量</a:t>
            </a:r>
            <a:r>
              <a:rPr lang="zh-CN" altLang="en-US" sz="3600" b="1" dirty="0">
                <a:latin typeface="+mn-ea"/>
                <a:ea typeface="+mn-ea"/>
              </a:rPr>
              <a:t>就叫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指针</a:t>
            </a:r>
            <a:r>
              <a:rPr lang="zh-CN" altLang="en-US" sz="3600" b="1" dirty="0">
                <a:latin typeface="+mn-ea"/>
                <a:ea typeface="+mn-ea"/>
              </a:rPr>
              <a:t>。</a:t>
            </a:r>
            <a:endParaRPr lang="zh-CN" altLang="en-US" sz="3600" b="1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6807" y="3976365"/>
            <a:ext cx="10441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其实正真的指针就是变量里记录的内存地址。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3163623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指针变量定义。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2791" y="1736269"/>
            <a:ext cx="1008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格式：</a:t>
            </a:r>
            <a:endParaRPr lang="en-US" altLang="zh-CN" sz="3600" b="1" dirty="0">
              <a:latin typeface="+mn-ea"/>
              <a:ea typeface="+mn-ea"/>
            </a:endParaRPr>
          </a:p>
          <a:p>
            <a:r>
              <a:rPr lang="en-US" altLang="zh-CN" sz="3600" b="1" dirty="0">
                <a:latin typeface="+mn-ea"/>
                <a:ea typeface="+mn-ea"/>
              </a:rPr>
              <a:t>	</a:t>
            </a:r>
            <a:r>
              <a:rPr lang="zh-CN" altLang="en-US" sz="3600" b="1" dirty="0">
                <a:latin typeface="+mn-ea"/>
                <a:ea typeface="+mn-ea"/>
              </a:rPr>
              <a:t>数据类型     变量名 </a:t>
            </a:r>
            <a:r>
              <a:rPr lang="en-US" altLang="zh-CN" sz="3600" b="1" dirty="0">
                <a:latin typeface="+mn-ea"/>
                <a:ea typeface="+mn-ea"/>
              </a:rPr>
              <a:t>=  &amp;</a:t>
            </a:r>
            <a:r>
              <a:rPr lang="zh-CN" altLang="en-US" sz="3600" b="1" dirty="0">
                <a:latin typeface="+mn-ea"/>
                <a:ea typeface="+mn-ea"/>
              </a:rPr>
              <a:t>变量；</a:t>
            </a:r>
            <a:endParaRPr lang="zh-CN" altLang="en-US" sz="3600" b="1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85159" y="2402351"/>
            <a:ext cx="423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*</a:t>
            </a:r>
            <a:endParaRPr lang="zh-CN" altLang="en-US" sz="3600" b="1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3044999" y="3048682"/>
            <a:ext cx="0" cy="14317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8775" y="4642820"/>
            <a:ext cx="5040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要跟指向变量的类型保持一致。</a:t>
            </a:r>
            <a:endParaRPr lang="zh-CN" altLang="en-US" sz="28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67" y="3578240"/>
            <a:ext cx="4562475" cy="301942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808612" y="3972887"/>
            <a:ext cx="1938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变量是</a:t>
            </a:r>
            <a:r>
              <a:rPr lang="en-US" altLang="zh-CN" dirty="0"/>
              <a:t>int</a:t>
            </a:r>
            <a:r>
              <a:rPr lang="zh-CN" altLang="en-US" dirty="0"/>
              <a:t>类型，指针也是</a:t>
            </a:r>
            <a:r>
              <a:rPr lang="en-US" altLang="zh-CN" dirty="0"/>
              <a:t>int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696671" y="2862370"/>
            <a:ext cx="0" cy="75395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260951" y="3701483"/>
            <a:ext cx="92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</a:rPr>
              <a:t>标记</a:t>
            </a:r>
            <a:endParaRPr lang="zh-CN" altLang="en-US" sz="2800" b="1" dirty="0">
              <a:solidFill>
                <a:srgbClr val="00B05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0" name="直接箭头连接符 19"/>
          <p:cNvCxnSpPr>
            <a:endCxn id="24" idx="2"/>
          </p:cNvCxnSpPr>
          <p:nvPr/>
        </p:nvCxnSpPr>
        <p:spPr>
          <a:xfrm flipV="1">
            <a:off x="7636302" y="3280930"/>
            <a:ext cx="3761442" cy="141851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24" idx="2"/>
          </p:cNvCxnSpPr>
          <p:nvPr/>
        </p:nvCxnSpPr>
        <p:spPr>
          <a:xfrm flipV="1">
            <a:off x="8021692" y="3280930"/>
            <a:ext cx="3376052" cy="253971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9885394" y="2449933"/>
            <a:ext cx="3024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表示代码中的</a:t>
            </a:r>
            <a:r>
              <a:rPr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p1</a:t>
            </a:r>
            <a:r>
              <a:rPr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p2</a:t>
            </a:r>
            <a:r>
              <a:rPr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是一个指针变量。</a:t>
            </a:r>
            <a:endParaRPr lang="zh-CN" altLang="en-US" sz="24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5853311" y="1540122"/>
            <a:ext cx="0" cy="75231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654252" y="1069454"/>
            <a:ext cx="2398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自己起的名字</a:t>
            </a:r>
            <a:endParaRPr lang="zh-CN" altLang="en-US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12" grpId="0"/>
      <p:bldP spid="16" grpId="0"/>
      <p:bldP spid="19" grpId="0"/>
      <p:bldP spid="24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231" y="1249515"/>
            <a:ext cx="2155276" cy="500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2791" y="2248173"/>
            <a:ext cx="11089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概念：就是利用指针去查询变量里面的数据。</a:t>
            </a:r>
            <a:endParaRPr lang="zh-CN" altLang="en-US" sz="4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72" y="3737407"/>
            <a:ext cx="4895850" cy="23812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988" y="4215037"/>
            <a:ext cx="2411617" cy="16194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946" y="4405908"/>
            <a:ext cx="1238250" cy="722585"/>
          </a:xfrm>
          <a:prstGeom prst="rect">
            <a:avLst/>
          </a:prstGeom>
        </p:spPr>
      </p:pic>
      <p:sp>
        <p:nvSpPr>
          <p:cNvPr id="18" name="箭头: 右 17"/>
          <p:cNvSpPr/>
          <p:nvPr/>
        </p:nvSpPr>
        <p:spPr>
          <a:xfrm rot="10800000">
            <a:off x="3261023" y="4969867"/>
            <a:ext cx="864096" cy="4612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480" y="4153198"/>
            <a:ext cx="3970222" cy="127793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90" y="2090458"/>
            <a:ext cx="4895850" cy="23812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833" y="2799984"/>
            <a:ext cx="1238250" cy="7225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00675" y="2216272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此时如果我们打印变量</a:t>
            </a:r>
            <a:r>
              <a:rPr lang="en-US" altLang="zh-CN" sz="2400" b="1" dirty="0">
                <a:latin typeface="+mn-ea"/>
                <a:ea typeface="+mn-ea"/>
              </a:rPr>
              <a:t>p</a:t>
            </a:r>
            <a:r>
              <a:rPr lang="zh-CN" altLang="en-US" sz="2400" b="1" dirty="0">
                <a:latin typeface="+mn-ea"/>
                <a:ea typeface="+mn-ea"/>
              </a:rPr>
              <a:t>时，变量</a:t>
            </a:r>
            <a:r>
              <a:rPr lang="en-US" altLang="zh-CN" sz="2400" b="1" dirty="0">
                <a:latin typeface="+mn-ea"/>
                <a:ea typeface="+mn-ea"/>
              </a:rPr>
              <a:t>p</a:t>
            </a:r>
            <a:r>
              <a:rPr lang="zh-CN" altLang="en-US" sz="2400" b="1" dirty="0">
                <a:latin typeface="+mn-ea"/>
                <a:ea typeface="+mn-ea"/>
              </a:rPr>
              <a:t>里存的就是变量</a:t>
            </a:r>
            <a:r>
              <a:rPr lang="en-US" altLang="zh-CN" sz="2400" b="1" dirty="0">
                <a:latin typeface="+mn-ea"/>
                <a:ea typeface="+mn-ea"/>
              </a:rPr>
              <a:t>a</a:t>
            </a:r>
            <a:r>
              <a:rPr lang="zh-CN" altLang="en-US" sz="2400" b="1" dirty="0">
                <a:latin typeface="+mn-ea"/>
                <a:ea typeface="+mn-ea"/>
              </a:rPr>
              <a:t>的指针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地址</a:t>
            </a:r>
            <a:r>
              <a:rPr lang="en-US" altLang="zh-CN" sz="2400" b="1" dirty="0">
                <a:latin typeface="+mn-ea"/>
                <a:ea typeface="+mn-ea"/>
              </a:rPr>
              <a:t>)</a:t>
            </a:r>
            <a:r>
              <a:rPr lang="zh-CN" altLang="en-US" sz="2400" b="1" dirty="0">
                <a:latin typeface="+mn-ea"/>
                <a:ea typeface="+mn-ea"/>
              </a:rPr>
              <a:t>。</a:t>
            </a:r>
            <a:endParaRPr lang="zh-CN" altLang="en-US" sz="2400" b="1" dirty="0">
              <a:latin typeface="+mn-ea"/>
              <a:ea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6240" y="3735227"/>
            <a:ext cx="5324475" cy="1276350"/>
          </a:xfrm>
          <a:prstGeom prst="rect">
            <a:avLst/>
          </a:prstGeom>
        </p:spPr>
      </p:pic>
      <p:sp>
        <p:nvSpPr>
          <p:cNvPr id="14" name="箭头: 下 13"/>
          <p:cNvSpPr/>
          <p:nvPr/>
        </p:nvSpPr>
        <p:spPr>
          <a:xfrm>
            <a:off x="7431099" y="3047270"/>
            <a:ext cx="382826" cy="64959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49255" y="5488533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(“%</a:t>
            </a:r>
            <a:r>
              <a:rPr lang="en-US" altLang="zh-CN" dirty="0" err="1"/>
              <a:t>p”,p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25" y="2103279"/>
            <a:ext cx="4895850" cy="23812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833" y="2799984"/>
            <a:ext cx="1238250" cy="7225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00675" y="2216272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如果不想得到地址，想得到地址对应的数据，怎么班呢？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4" name="箭头: 下 13"/>
          <p:cNvSpPr/>
          <p:nvPr/>
        </p:nvSpPr>
        <p:spPr>
          <a:xfrm>
            <a:off x="7431099" y="3047270"/>
            <a:ext cx="382826" cy="64959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3" y="3696869"/>
            <a:ext cx="740978" cy="660144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>
            <a:off x="1028775" y="4119717"/>
            <a:ext cx="0" cy="8414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68735" y="4961208"/>
            <a:ext cx="2836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解引用运算符。</a:t>
            </a:r>
            <a:endParaRPr lang="zh-CN" altLang="en-US" sz="32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839" y="3840233"/>
            <a:ext cx="1334674" cy="37578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1641" y="3805056"/>
            <a:ext cx="4419600" cy="1257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344" y="1189775"/>
            <a:ext cx="2219325" cy="8286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503" y="1274114"/>
            <a:ext cx="2947475" cy="55881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91" y="1938268"/>
            <a:ext cx="4919439" cy="44680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04167" y="3044009"/>
            <a:ext cx="2448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注意⚠️：</a:t>
            </a:r>
            <a:endParaRPr lang="zh-CN" altLang="en-US" sz="4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83" y="1683631"/>
            <a:ext cx="2228850" cy="7905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977" y="3256600"/>
            <a:ext cx="4186796" cy="112195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186795" y="1671627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把数据写在</a:t>
            </a:r>
            <a:r>
              <a:rPr lang="en-US" altLang="zh-CN" sz="3600" b="1" dirty="0">
                <a:latin typeface="+mn-ea"/>
                <a:ea typeface="+mn-ea"/>
              </a:rPr>
              <a:t>*p</a:t>
            </a:r>
            <a:r>
              <a:rPr lang="zh-CN" altLang="en-US" sz="3600" b="1" dirty="0">
                <a:latin typeface="+mn-ea"/>
                <a:ea typeface="+mn-ea"/>
              </a:rPr>
              <a:t>的右边。</a:t>
            </a:r>
            <a:endParaRPr lang="zh-CN" altLang="en-US" sz="3600" b="1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课堂练习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8815" y="1816125"/>
            <a:ext cx="10153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代码实现：</a:t>
            </a:r>
            <a:endParaRPr lang="en-US" altLang="zh-CN" sz="3600" dirty="0">
              <a:latin typeface="+mn-ea"/>
              <a:ea typeface="+mn-ea"/>
            </a:endParaRPr>
          </a:p>
          <a:p>
            <a:r>
              <a:rPr lang="en-US" altLang="zh-CN" sz="3600" dirty="0">
                <a:latin typeface="+mn-ea"/>
                <a:ea typeface="+mn-ea"/>
              </a:rPr>
              <a:t>	</a:t>
            </a:r>
            <a:r>
              <a:rPr lang="zh-CN" altLang="en-US" sz="3600" dirty="0">
                <a:latin typeface="+mn-ea"/>
                <a:ea typeface="+mn-ea"/>
              </a:rPr>
              <a:t>利用指针去获取变量中的数据  </a:t>
            </a:r>
            <a:r>
              <a:rPr lang="en-US" altLang="zh-CN" sz="3600" dirty="0">
                <a:latin typeface="+mn-ea"/>
                <a:ea typeface="+mn-ea"/>
              </a:rPr>
              <a:t>/  </a:t>
            </a:r>
            <a:r>
              <a:rPr lang="zh-CN" altLang="en-US" sz="3600" dirty="0">
                <a:latin typeface="+mn-ea"/>
                <a:ea typeface="+mn-ea"/>
              </a:rPr>
              <a:t>存储数据</a:t>
            </a:r>
            <a:r>
              <a:rPr lang="en-US" altLang="zh-CN" sz="3600" dirty="0">
                <a:latin typeface="+mn-ea"/>
                <a:ea typeface="+mn-ea"/>
              </a:rPr>
              <a:t> </a:t>
            </a:r>
            <a:endParaRPr lang="zh-CN" altLang="en-US" sz="360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788" y="964186"/>
            <a:ext cx="5202153" cy="5113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023" y="1096045"/>
            <a:ext cx="6724699" cy="5379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519" y="211186"/>
            <a:ext cx="4914900" cy="2428875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 flipV="1">
            <a:off x="8805639" y="1564451"/>
            <a:ext cx="288032" cy="3236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568" y="2456405"/>
            <a:ext cx="9010650" cy="16287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644" y="126991"/>
            <a:ext cx="3895308" cy="263216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2969" y="3755163"/>
            <a:ext cx="2343150" cy="2952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807" y="4925757"/>
            <a:ext cx="9660236" cy="17223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648" y="1305961"/>
            <a:ext cx="4114800" cy="13811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7651" y="3659103"/>
            <a:ext cx="9334500" cy="1628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89" y="1352475"/>
            <a:ext cx="10248900" cy="15716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79" y="2579854"/>
            <a:ext cx="5153025" cy="22955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32831" y="347981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比如左边的就是错误的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箭头: 右 14"/>
          <p:cNvSpPr/>
          <p:nvPr/>
        </p:nvSpPr>
        <p:spPr>
          <a:xfrm>
            <a:off x="6429375" y="3616325"/>
            <a:ext cx="1080120" cy="4339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32831" y="4984477"/>
            <a:ext cx="10513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因为他会把内存地址是</a:t>
            </a:r>
            <a:r>
              <a:rPr lang="en-US" altLang="zh-CN" sz="2800" dirty="0">
                <a:latin typeface="+mn-ea"/>
                <a:ea typeface="+mn-ea"/>
              </a:rPr>
              <a:t>500</a:t>
            </a:r>
            <a:r>
              <a:rPr lang="zh-CN" altLang="en-US" sz="2800" dirty="0">
                <a:latin typeface="+mn-ea"/>
                <a:ea typeface="+mn-ea"/>
              </a:rPr>
              <a:t>的赋值给变量</a:t>
            </a:r>
            <a:r>
              <a:rPr lang="en-US" altLang="zh-CN" sz="2800" dirty="0">
                <a:latin typeface="+mn-ea"/>
                <a:ea typeface="+mn-ea"/>
              </a:rPr>
              <a:t>p</a:t>
            </a:r>
            <a:r>
              <a:rPr lang="zh-CN" altLang="en-US" sz="2800" dirty="0">
                <a:latin typeface="+mn-ea"/>
                <a:ea typeface="+mn-ea"/>
              </a:rPr>
              <a:t>，但是内存根本没有内存地址叫</a:t>
            </a:r>
            <a:r>
              <a:rPr lang="en-US" altLang="zh-CN" sz="2800" dirty="0">
                <a:latin typeface="+mn-ea"/>
                <a:ea typeface="+mn-ea"/>
              </a:rPr>
              <a:t>500</a:t>
            </a:r>
            <a:r>
              <a:rPr lang="zh-CN" altLang="en-US" sz="2800" dirty="0">
                <a:latin typeface="+mn-ea"/>
                <a:ea typeface="+mn-ea"/>
              </a:rPr>
              <a:t>的。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1888133"/>
            <a:ext cx="5593362" cy="245816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60823" y="2889524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这样才是正确的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箭头: 右 3"/>
          <p:cNvSpPr/>
          <p:nvPr/>
        </p:nvSpPr>
        <p:spPr>
          <a:xfrm>
            <a:off x="5061223" y="3033890"/>
            <a:ext cx="1152128" cy="40363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837087" y="1672109"/>
            <a:ext cx="5472608" cy="381642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概念及定义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作用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细节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23644" y="1816125"/>
            <a:ext cx="78112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定义一个变</a:t>
            </a:r>
            <a:r>
              <a:rPr lang="en-US" altLang="zh-CN" sz="5400" dirty="0"/>
              <a:t>num</a:t>
            </a:r>
            <a:r>
              <a:rPr lang="zh-CN" altLang="en-US" sz="5400" dirty="0"/>
              <a:t>并赋值，用指针的方式访问</a:t>
            </a:r>
            <a:r>
              <a:rPr lang="en-US" altLang="zh-CN" sz="5400" dirty="0"/>
              <a:t>num</a:t>
            </a:r>
            <a:r>
              <a:rPr lang="zh-CN" altLang="en-US" sz="5400" dirty="0"/>
              <a:t>里的值。</a:t>
            </a:r>
            <a:endParaRPr lang="en-US" altLang="zh-CN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8271" y="222456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指针就是内存地址。（）</a:t>
            </a:r>
            <a:endParaRPr lang="zh-CN" alt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N2QzODcyNGFhZmEzNjVhZTY5ZjNiMTM1MDZiMzE4OWM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1458</Words>
  <Application>WPS 演示</Application>
  <PresentationFormat>自定义</PresentationFormat>
  <Paragraphs>182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Helvetica Neue</vt:lpstr>
      <vt:lpstr>汉仪书宋二KW</vt:lpstr>
      <vt:lpstr>印品黑体</vt:lpstr>
      <vt:lpstr>汉仪中黑KW</vt:lpstr>
      <vt:lpstr>微软雅黑</vt:lpstr>
      <vt:lpstr>汉仪旗黑</vt:lpstr>
      <vt:lpstr>字魂73号-江南手书</vt:lpstr>
      <vt:lpstr>Alibaba PuHuiTi B</vt:lpstr>
      <vt:lpstr>苹方-简</vt:lpstr>
      <vt:lpstr>黑体</vt:lpstr>
      <vt:lpstr>阿里巴巴普惠体</vt:lpstr>
      <vt:lpstr>宋体</vt:lpstr>
      <vt:lpstr>Arial Unicode MS</vt:lpstr>
      <vt:lpstr>Alibaba PuHuiTi 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654</cp:revision>
  <dcterms:created xsi:type="dcterms:W3CDTF">2026-03-04T05:52:35Z</dcterms:created>
  <dcterms:modified xsi:type="dcterms:W3CDTF">2026-03-04T05:52:35Z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FCA88555D3D44735BAA1F56722F3B997</vt:lpwstr>
  </property>
</Properties>
</file>