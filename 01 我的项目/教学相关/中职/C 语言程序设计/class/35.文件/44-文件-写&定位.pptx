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15"/>
  </p:handoutMasterIdLst>
  <p:sldIdLst>
    <p:sldId id="3705" r:id="rId3"/>
    <p:sldId id="3706" r:id="rId4"/>
    <p:sldId id="3646" r:id="rId5"/>
    <p:sldId id="3798" r:id="rId7"/>
    <p:sldId id="3810" r:id="rId8"/>
    <p:sldId id="3825" r:id="rId9"/>
    <p:sldId id="3826" r:id="rId10"/>
    <p:sldId id="3824" r:id="rId11"/>
    <p:sldId id="3712" r:id="rId12"/>
    <p:sldId id="3793" r:id="rId13"/>
    <p:sldId id="3702" r:id="rId14"/>
  </p:sldIdLst>
  <p:sldSz cx="12858750" cy="7232650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50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63" d="100"/>
          <a:sy n="63" d="100"/>
        </p:scale>
        <p:origin x="67" y="490"/>
      </p:cViewPr>
      <p:guideLst>
        <p:guide orient="horz" pos="218"/>
        <p:guide orient="horz" pos="4138"/>
        <p:guide pos="4050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82925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dirty="0"/>
              <a:t>文件读写</a:t>
            </a:r>
            <a:r>
              <a:rPr lang="zh-CN" altLang="en-US" sz="6600" dirty="0"/>
              <a:t>函数</a:t>
            </a:r>
            <a:endParaRPr lang="zh-CN" alt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fscanf </a:t>
            </a:r>
            <a:r>
              <a:rPr lang="en-US" altLang="zh-CN" sz="3600" dirty="0">
                <a:sym typeface="+mn-ea"/>
              </a:rPr>
              <a:t>fprintf</a:t>
            </a:r>
            <a:r>
              <a:rPr lang="en-US" altLang="zh-CN" sz="3600" dirty="0"/>
              <a:t> </a:t>
            </a:r>
            <a:r>
              <a:rPr lang="zh-CN" altLang="en-US" sz="3600" dirty="0">
                <a:sym typeface="+mn-ea"/>
              </a:rPr>
              <a:t>格式化</a:t>
            </a:r>
            <a:r>
              <a:rPr lang="zh-CN" altLang="en-US" sz="3600" dirty="0">
                <a:sym typeface="+mn-ea"/>
              </a:rPr>
              <a:t>读写数据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文件的定位与</a:t>
            </a:r>
            <a:r>
              <a:rPr lang="zh-CN" altLang="en-US" sz="3600" dirty="0"/>
              <a:t>检测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389636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-fscanf</a:t>
            </a:r>
            <a:r>
              <a:rPr lang="zh-CN" altLang="en-US" sz="2400" b="1" dirty="0">
                <a:solidFill>
                  <a:srgbClr val="FF0000"/>
                </a:solidFill>
              </a:rPr>
              <a:t>与</a:t>
            </a:r>
            <a:r>
              <a:rPr lang="en-US" altLang="zh-CN" sz="2400" b="1" dirty="0">
                <a:solidFill>
                  <a:srgbClr val="FF0000"/>
                </a:solidFill>
              </a:rPr>
              <a:t>fprintf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70" y="1384300"/>
            <a:ext cx="7475220" cy="5131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376428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-rewin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80257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rewind(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功能：将文件位置指针移到文件的</a:t>
            </a:r>
            <a:r>
              <a:rPr lang="zh-CN" altLang="en-US" sz="3600" dirty="0"/>
              <a:t>开头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800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sz="1800" b="1" dirty="0"/>
              <a:t>总结与合作探究  作业  限时检测</a:t>
            </a:r>
            <a:endParaRPr lang="zh-CN" altLang="en-US" sz="1800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4505325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-fseek()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105086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fseek(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,</a:t>
            </a:r>
            <a:r>
              <a:rPr lang="zh-CN" altLang="en-US" sz="3600" dirty="0"/>
              <a:t>位移量</a:t>
            </a:r>
            <a:r>
              <a:rPr lang="en-US" altLang="zh-CN" sz="3600" dirty="0"/>
              <a:t>,</a:t>
            </a:r>
            <a:r>
              <a:rPr lang="zh-CN" altLang="en-US" sz="3600" dirty="0"/>
              <a:t>起始点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功能：将文件内部位置指针按字节移到指定的</a:t>
            </a:r>
            <a:r>
              <a:rPr lang="zh-CN" altLang="en-US" sz="3600" dirty="0"/>
              <a:t>位置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800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sz="1800" b="1" dirty="0"/>
              <a:t>总结与合作探究  作业  限时检测</a:t>
            </a:r>
            <a:endParaRPr lang="zh-CN" altLang="en-US" sz="1800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4505325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-f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eof</a:t>
            </a:r>
            <a:r>
              <a:rPr lang="en-US" altLang="zh-CN" sz="2400" b="1" dirty="0">
                <a:solidFill>
                  <a:srgbClr val="FF0000"/>
                </a:solidFill>
              </a:rPr>
              <a:t>()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105086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feof(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功能：用于检测文件是否结束，如果是返回</a:t>
            </a:r>
            <a:r>
              <a:rPr lang="en-US" altLang="zh-CN" sz="3600" dirty="0"/>
              <a:t>1</a:t>
            </a:r>
            <a:r>
              <a:rPr lang="zh-CN" altLang="en-US" sz="3600" dirty="0"/>
              <a:t>，否则返回</a:t>
            </a:r>
            <a:r>
              <a:rPr lang="en-US" altLang="zh-CN" sz="3600" dirty="0"/>
              <a:t>0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1483358"/>
            <a:ext cx="11541943" cy="426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670</Words>
  <Application>WPS 演示</Application>
  <PresentationFormat>自定义</PresentationFormat>
  <Paragraphs>77</Paragraphs>
  <Slides>11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B</vt:lpstr>
      <vt:lpstr>苹方-简</vt:lpstr>
      <vt:lpstr>黑体</vt:lpstr>
      <vt:lpstr>阿里巴巴普惠体</vt:lpstr>
      <vt:lpstr>Alibaba PuHuiTi R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669</cp:revision>
  <dcterms:created xsi:type="dcterms:W3CDTF">2026-03-03T23:53:51Z</dcterms:created>
  <dcterms:modified xsi:type="dcterms:W3CDTF">2026-03-03T23:53:51Z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