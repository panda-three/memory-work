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705" r:id="rId2"/>
    <p:sldId id="3706" r:id="rId3"/>
    <p:sldId id="3807" r:id="rId4"/>
    <p:sldId id="3646" r:id="rId5"/>
    <p:sldId id="3798" r:id="rId6"/>
    <p:sldId id="3800" r:id="rId7"/>
    <p:sldId id="3808" r:id="rId8"/>
    <p:sldId id="3809" r:id="rId9"/>
    <p:sldId id="3810" r:id="rId10"/>
    <p:sldId id="3811" r:id="rId11"/>
    <p:sldId id="3812" r:id="rId12"/>
    <p:sldId id="3813" r:id="rId13"/>
    <p:sldId id="3814" r:id="rId14"/>
    <p:sldId id="3815" r:id="rId15"/>
    <p:sldId id="3712" r:id="rId16"/>
    <p:sldId id="3793" r:id="rId17"/>
    <p:sldId id="3702" r:id="rId18"/>
  </p:sldIdLst>
  <p:sldSz cx="12858750" cy="7232650"/>
  <p:notesSz cx="6858000" cy="9144000"/>
  <p:custDataLst>
    <p:tags r:id="rId2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42FF"/>
    <a:srgbClr val="FFFFFF"/>
    <a:srgbClr val="7030A0"/>
    <a:srgbClr val="AF4436"/>
    <a:srgbClr val="FFBF00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341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  <a:t>2024/12/24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  <a:t>‹#›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  <a:t>2024/12/24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5C9-E6DB-7378-EAAF-6E321824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07359-FBF8-C6E4-8C58-81F6D04D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DF344-7F46-EF2C-0493-CBACAE5E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994D4-70A6-EB30-CAE9-B4BEF4A38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79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E4DBD-7F33-3C99-9730-7D713F548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1AFF8C-A6E6-FA8D-E32B-B42C7278F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A4D1EC-DBBF-70CA-FA44-C797AECC5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F73206-78E5-6C4F-5010-097CB506C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1146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BE455-A703-EEFF-B476-8C8922774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43E55C-C94E-40F4-C536-7A45E11E2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7C29AD-EBEF-9188-2158-8966E369F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BB9096-2471-5136-79F4-3246BA7C9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0930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6ABD-0F71-3749-6D23-A4AA0B64A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71F828-6783-B331-563F-F9711B7A5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7AB127-BEFB-6DDB-3468-58F7FFC5D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66644F-1A66-4CA6-BAEA-76E7AE82E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8316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21712-7D7E-903F-FF22-74EBF05E8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3D51E1-27C7-25FB-8C1F-88A136DF6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14FAAB-B2AD-E787-175A-8B79FA13A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062521-E16E-3E6E-8B2D-B9BCFEC80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0078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8428-7197-FC55-A4D4-FEE058EC9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AF96FC-C7B5-9149-F032-C45B4A902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755DDE-9F8D-B127-A502-482C97391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6D9487-797E-5E0C-A782-937E2C405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6173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135A-9742-CCF0-7E4A-3BB3F81B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AA9D10-AB78-1B0C-642C-9D779B972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D7DE73-297B-5A7A-A190-02F27336B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D60FAD-F420-496B-33E7-CD2628A07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7113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6A18-22D1-C6CF-DF8F-D64891FF5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E2BF85-B467-71CB-A17F-4AB247A44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617E72-B8F4-47F6-7DCC-D127C92CE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1D1EA7-BE77-FAC7-1F02-5BDB69E9D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6479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970A-70B2-D11E-0E3D-CB6118C17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E80B34-4853-8946-A34F-2C3F2DFA1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7350FB-923A-1DED-0AC6-7A671AFF4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3401C3-92EF-4499-D3F1-610D3D8EC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3022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AD54C-A030-88D7-0CCF-AA56CA39F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B281B3-DBC1-F609-23AB-86A3BB194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667DDC-3B4A-9224-0646-209162EEA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987EE1-B216-55BE-2359-A65D54F1A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5421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15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2024/12/24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2024/12/24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  <a:t>2024/12/24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共用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体、联合体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301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8984257D-0BD9-E786-C437-0839FFDFEFF2}"/>
              </a:ext>
            </a:extLst>
          </p:cNvPr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278EE72-DA65-C554-87A9-0A7834775D4E}"/>
              </a:ext>
            </a:extLst>
          </p:cNvPr>
          <p:cNvSpPr>
            <a:spLocks noGrp="1"/>
          </p:cNvSpPr>
          <p:nvPr/>
        </p:nvSpPr>
        <p:spPr>
          <a:xfrm>
            <a:off x="2612951" y="191069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6600" dirty="0">
                <a:solidFill>
                  <a:schemeClr val="tx1"/>
                </a:solidFill>
              </a:rPr>
              <a:t>结构体</a:t>
            </a:r>
            <a:endParaRPr lang="en-US" altLang="zh-CN" sz="6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10603-6C25-34BD-D771-CA65492CE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ADA5700-EF27-15D5-24FA-51BD82F8E7FC}"/>
              </a:ext>
            </a:extLst>
          </p:cNvPr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B50AE9-8C57-D1F0-B2A7-6F6FAA876110}"/>
              </a:ext>
            </a:extLst>
          </p:cNvPr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6856AA-E69F-FDE4-06CD-5747B3691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C05884A-3A3E-8A73-EAD4-C6F752DE1B39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C416AA-B0AE-46F8-5356-6652791CAF2D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rgbClr val="FFFFFF"/>
                </a:solidFill>
              </a:rPr>
              <a:t>新课导入</a:t>
            </a:r>
            <a:r>
              <a:rPr lang="zh-CN" altLang="en-US" b="1" dirty="0"/>
              <a:t>  目标及重难点  新授 总结与合作探究  作业  限时检测</a:t>
            </a:r>
          </a:p>
        </p:txBody>
      </p:sp>
      <p:sp>
        <p:nvSpPr>
          <p:cNvPr id="6" name="箭头: 上 5">
            <a:extLst>
              <a:ext uri="{FF2B5EF4-FFF2-40B4-BE49-F238E27FC236}">
                <a16:creationId xmlns:a16="http://schemas.microsoft.com/office/drawing/2014/main" id="{F8C58563-8935-5EE9-AD8F-E801C28C5867}"/>
              </a:ext>
            </a:extLst>
          </p:cNvPr>
          <p:cNvSpPr/>
          <p:nvPr/>
        </p:nvSpPr>
        <p:spPr>
          <a:xfrm>
            <a:off x="1388815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02CBF97-01BB-D3AC-CD9A-9E9D2C717C73}"/>
              </a:ext>
            </a:extLst>
          </p:cNvPr>
          <p:cNvSpPr txBox="1"/>
          <p:nvPr/>
        </p:nvSpPr>
        <p:spPr>
          <a:xfrm>
            <a:off x="956767" y="1456085"/>
            <a:ext cx="105131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当我们定义一个数据，可能是整数类型，也可能是小数类型，还可能是字符类型，那我们应该给这个变量定义一个什么类型呢？</a:t>
            </a:r>
          </a:p>
        </p:txBody>
      </p:sp>
    </p:spTree>
    <p:extLst>
      <p:ext uri="{BB962C8B-B14F-4D97-AF65-F5344CB8AC3E}">
        <p14:creationId xmlns:p14="http://schemas.microsoft.com/office/powerpoint/2010/main" val="2089989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2343678"/>
            <a:ext cx="4968552" cy="206321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共用体定义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使用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结构体和共用体区别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BA2D-7927-49BF-9228-23D8CE5F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AE1CBA-FF32-55F0-C86A-94137F4D444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25AC3E-7AA2-8AE3-A70B-F4CD73FE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74F572-9DD0-EE4C-DDFB-AB01CD2D68F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3E7F99-4CB7-A398-DF93-D443C7AA6B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8F36D-AD04-6B86-27AF-C6108DBABC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CC51A75-6C1F-AE2B-97EA-8BECEC3F4046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共用（同）体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413C1F-7BDB-BA25-A1E3-A9C782589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412" y="1168748"/>
            <a:ext cx="7019925" cy="21336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5341335-CFCB-ACE0-AC21-6BF7F9977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43" y="2984957"/>
            <a:ext cx="4591343" cy="295254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662A947-C331-C95D-0374-B8B7A47A55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0380" y="3211507"/>
            <a:ext cx="4133850" cy="23241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46C8FCD-D3DA-0CD7-12F1-B961CA0DAA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4878" y="3019370"/>
            <a:ext cx="131445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3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4E60-1E21-AEB3-A7F0-38BC53AF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3C10EBE-426B-563B-4FE5-F1A7FE6CAC65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1C03AB-08E1-9C9B-CF57-09FD436E0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22A207C-7D95-6639-DB50-E0048FEE72E0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723CDC-E4A9-F563-5523-D74843903EAC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7CFEC045-4552-2FAE-302E-36421B5FA6C3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61736D8-2471-A569-BABC-611C94293629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共用（同）体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A7FD9D-E063-01D5-6072-B3899ED2A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847" y="1736633"/>
            <a:ext cx="5572125" cy="40005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D39650B-98F0-7B3D-F319-F6DD32534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567" y="2248173"/>
            <a:ext cx="405765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04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7652-9482-04FC-9CC1-C8B791CB8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44799A3-D6A2-EBEF-64A5-C075D968FB69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3688CFF-113A-8987-DC33-8C6E049B5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5B8DC68-DB71-9422-C8AD-470D8924B496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D3DE66-AEA9-9FF3-6DA3-494A00BBE076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DDC16A35-6600-E2F8-458C-24982319CA87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3609638-7256-9946-715A-B9F5DA6A561D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共用（同）体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52FF655-CC44-7965-5F8D-53628997A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75" y="1984516"/>
            <a:ext cx="4772025" cy="43243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285BBCC-FC6B-34EF-134C-9CEE644A3E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030" y="2008410"/>
            <a:ext cx="5962853" cy="412550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7819515-E95C-4ECD-162C-EB1C098F5309}"/>
              </a:ext>
            </a:extLst>
          </p:cNvPr>
          <p:cNvSpPr txBox="1"/>
          <p:nvPr/>
        </p:nvSpPr>
        <p:spPr>
          <a:xfrm>
            <a:off x="1100783" y="1456085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格式：</a:t>
            </a:r>
            <a:endParaRPr lang="zh-CN" altLang="en-US" sz="2800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850611-1388-53F2-3ED1-C18E4600BCDF}"/>
              </a:ext>
            </a:extLst>
          </p:cNvPr>
          <p:cNvSpPr txBox="1"/>
          <p:nvPr/>
        </p:nvSpPr>
        <p:spPr>
          <a:xfrm>
            <a:off x="6780030" y="1382863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使用：</a:t>
            </a:r>
            <a:endParaRPr lang="zh-CN" altLang="en-US" sz="2800" dirty="0">
              <a:solidFill>
                <a:srgbClr val="00B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2852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A25FF-806C-9343-6AF8-A4FE92CA9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E92A470-B168-077B-6605-B6645F3A4D88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CC0B475-2E4F-0E89-1CA1-5C949AA1B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6DA0422-ACE3-7F70-BABB-D14423EAA52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CE493D-936B-AEF9-F454-0E14EBE47F6D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0350BCBF-84E3-8259-39F1-EAE7A50948E0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55259D6-BF45-982B-2F43-5166C6A62DEF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共用（同）体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35D5BF-BB25-075D-CD66-E823891E5617}"/>
              </a:ext>
            </a:extLst>
          </p:cNvPr>
          <p:cNvSpPr txBox="1"/>
          <p:nvPr/>
        </p:nvSpPr>
        <p:spPr>
          <a:xfrm>
            <a:off x="1120395" y="1458725"/>
            <a:ext cx="10801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需求：</a:t>
            </a:r>
            <a:endParaRPr lang="en-US" altLang="zh-CN" sz="3600" dirty="0">
              <a:latin typeface="+mj-ea"/>
              <a:ea typeface="+mj-ea"/>
            </a:endParaRPr>
          </a:p>
          <a:p>
            <a:r>
              <a:rPr lang="en-US" altLang="zh-CN" sz="3600" dirty="0">
                <a:latin typeface="+mj-ea"/>
                <a:ea typeface="+mj-ea"/>
              </a:rPr>
              <a:t>	</a:t>
            </a:r>
            <a:r>
              <a:rPr lang="zh-CN" altLang="en-US" sz="3600" dirty="0">
                <a:latin typeface="+mj-ea"/>
                <a:ea typeface="+mj-ea"/>
              </a:rPr>
              <a:t>学生的成绩</a:t>
            </a:r>
            <a:r>
              <a:rPr lang="en-US" altLang="zh-CN" sz="3600" dirty="0">
                <a:latin typeface="+mj-ea"/>
                <a:ea typeface="+mj-ea"/>
              </a:rPr>
              <a:t>score</a:t>
            </a:r>
            <a:r>
              <a:rPr lang="zh-CN" altLang="en-US" sz="3600" dirty="0">
                <a:latin typeface="+mj-ea"/>
                <a:ea typeface="+mj-ea"/>
              </a:rPr>
              <a:t>，可能是整数，小数，字符，请定义对应的共同体</a:t>
            </a:r>
          </a:p>
        </p:txBody>
      </p:sp>
    </p:spTree>
    <p:extLst>
      <p:ext uri="{BB962C8B-B14F-4D97-AF65-F5344CB8AC3E}">
        <p14:creationId xmlns:p14="http://schemas.microsoft.com/office/powerpoint/2010/main" val="229298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1CC01-293A-8692-3520-5D59C580A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5612148-9FDC-6599-0698-1C62BB8ECC5D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AA59ED0-F8B4-E563-DF2A-67FC5ABDB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40F9B68-320F-1496-CCC3-707FDC448A1C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3BF5A6-1061-32A4-ADBE-CCA50CAEC8EA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22B828E6-93A9-8EEA-DC56-6BE92BDC98A1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72FBF4B-7270-7283-DB9F-FD72F4B84A92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共用（同）体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757894-837B-8FDE-6506-8A7DAEC23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2991" y="251498"/>
            <a:ext cx="6457950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8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B635D-C8CF-AB1F-6D91-D2D3B4DCD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97120F7-F94B-BE93-E324-12FB257388EC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2878A3C-715F-D6BB-921B-73099FB13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73B305F-B643-E5DF-EED4-F83A76831258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4EEE81-1178-9C34-E30F-83F10ED4A8AF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759B0076-BA51-0FF5-AB9D-8581D0C73C4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DDCF911-CA12-F938-8CD1-CD4851BA2E92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共用（同）体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特点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331F8B-2222-FECF-7244-D58EE1CF22DB}"/>
              </a:ext>
            </a:extLst>
          </p:cNvPr>
          <p:cNvSpPr txBox="1"/>
          <p:nvPr/>
        </p:nvSpPr>
        <p:spPr>
          <a:xfrm>
            <a:off x="1028775" y="1528093"/>
            <a:ext cx="11449272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j-ea"/>
                <a:ea typeface="+mj-ea"/>
              </a:rPr>
              <a:t>共用体，也叫联合体，共同体</a:t>
            </a:r>
            <a:endParaRPr lang="en-US" altLang="zh-CN" sz="2800" dirty="0"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j-ea"/>
                <a:ea typeface="+mj-ea"/>
              </a:rPr>
              <a:t>所有的变量都使用同一个内存空间</a:t>
            </a:r>
            <a:endParaRPr lang="en-US" altLang="zh-CN" sz="2800" dirty="0"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j-ea"/>
                <a:ea typeface="+mj-ea"/>
              </a:rPr>
              <a:t>每次只能给一个变量进行赋值，因为第二次赋值时会覆盖原有的数据。</a:t>
            </a:r>
          </a:p>
        </p:txBody>
      </p:sp>
    </p:spTree>
    <p:extLst>
      <p:ext uri="{BB962C8B-B14F-4D97-AF65-F5344CB8AC3E}">
        <p14:creationId xmlns:p14="http://schemas.microsoft.com/office/powerpoint/2010/main" val="63466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9B2F3-AF8B-3073-2CF7-928311D8A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63338F1-2E0C-B7FC-B08D-8C806F362EA2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8F4AC6-000E-2409-8A98-6BD49B16D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6007DE3-E441-DAC3-8240-32440A86E46F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22B876-47E8-E15C-D4FE-C3E5D3504AE1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8799ED29-3FA4-A342-5421-C1BCAE740435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2D92D62-0872-71C8-E911-F322156731A6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共用（同）体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特点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A7D3F48-9EC8-9EE1-C0C4-5475D5EBD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094" y="1241021"/>
            <a:ext cx="5233282" cy="3937602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AB2CBF4-F7B4-E168-88ED-E9A0DCED2408}"/>
              </a:ext>
            </a:extLst>
          </p:cNvPr>
          <p:cNvCxnSpPr/>
          <p:nvPr/>
        </p:nvCxnSpPr>
        <p:spPr>
          <a:xfrm flipV="1">
            <a:off x="6429375" y="2752229"/>
            <a:ext cx="1728192" cy="18002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C76A3B6-A5AA-25FC-E142-B48DC654D306}"/>
              </a:ext>
            </a:extLst>
          </p:cNvPr>
          <p:cNvSpPr txBox="1"/>
          <p:nvPr/>
        </p:nvSpPr>
        <p:spPr>
          <a:xfrm>
            <a:off x="6947261" y="2048160"/>
            <a:ext cx="453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542FF"/>
                </a:solidFill>
                <a:latin typeface="+mj-ea"/>
                <a:ea typeface="+mj-ea"/>
              </a:rPr>
              <a:t>他们的地址是不是一样的呢？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B785B9A-A7EE-E70E-71DA-B8D52A258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4839" y="5208648"/>
            <a:ext cx="5233282" cy="114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73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8377D-D152-45DC-BC15-DE4C92C33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45E2EFB-618C-2B31-898C-82256975E929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F9200F3-6F98-BF77-95B1-43A54E713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76869AA-93F9-7A27-30A5-A7114245C278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5119F5-2633-1EE2-E800-EC17D45E450C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F0E5ACB0-0F9B-5C08-588F-3BE22BCDFA2B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E2D107C-A774-6662-1864-1CE087F0811B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共用（同）体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E7700F-1613-20F3-E6C1-6CD452D5D9FB}"/>
              </a:ext>
            </a:extLst>
          </p:cNvPr>
          <p:cNvSpPr txBox="1"/>
          <p:nvPr/>
        </p:nvSpPr>
        <p:spPr>
          <a:xfrm>
            <a:off x="1244799" y="1384077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542FF"/>
                </a:solidFill>
                <a:latin typeface="+mj-ea"/>
                <a:ea typeface="+mj-ea"/>
              </a:rPr>
              <a:t>结构体和共同体区别：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835895-A385-0107-25F8-F5175012A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799" y="2279181"/>
            <a:ext cx="4248472" cy="133714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19CB8B0-112B-A4EC-AEAB-C4F40A02FE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883" y="950510"/>
            <a:ext cx="4762872" cy="390982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B772318-CBFC-8483-14A5-722A39B31B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9495" y="2241036"/>
            <a:ext cx="4515409" cy="286343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B8AE239-CB5F-2A97-BA29-FEB9DE88F3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8068" y="3041537"/>
            <a:ext cx="486727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6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72A09-3255-E02D-596F-28D4B3374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75F3CCC-21D8-8B4B-B3F4-32475442CAF4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9B12C0-ECDB-8320-F8CB-5DADEE9C4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EC7216C-F9A9-F4BB-32BF-F8C387278AD4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281B62-C31C-779A-179D-5E1E48F6B1BB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8D1751EA-38B7-DDF1-0A91-3C8C4A43FF71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58BFD43-FCCB-C597-8139-17C9DE442BDC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共用（同）体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0AB6F4-7E96-4120-345D-0EC4F0ADBA57}"/>
              </a:ext>
            </a:extLst>
          </p:cNvPr>
          <p:cNvSpPr txBox="1"/>
          <p:nvPr/>
        </p:nvSpPr>
        <p:spPr>
          <a:xfrm>
            <a:off x="1244799" y="1384077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542FF"/>
                </a:solidFill>
                <a:latin typeface="+mj-ea"/>
                <a:ea typeface="+mj-ea"/>
              </a:rPr>
              <a:t>结构体和共同体区别：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89B922F-C0C5-1D35-399E-4E8D42DA6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75" y="2824237"/>
            <a:ext cx="5760636" cy="172819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E013139-E3C9-CDD2-2CE6-7F4C7D266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503" y="860558"/>
            <a:ext cx="4104456" cy="342403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0F6CD0A-0AF9-0400-FFF0-932444AAFF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607" y="2973370"/>
            <a:ext cx="3681611" cy="303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01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A46EA-235E-2F89-FE60-6C1995C83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87C757C-8720-AD8B-9AFF-77525C3A968E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403652-9A35-01FD-BA7F-E5B48212F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BE6C7E2-806C-5D7A-3426-C9FF0D869EAB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E45295-C661-3F6D-E442-708C41C49E6F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8B05E97A-950B-201C-DC10-2BDE21D20253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E0B8AC1-3990-7605-7447-911613D0D1E2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共用（同）体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411FE8-B1E1-6A2B-2F49-DCC93BF5C89D}"/>
              </a:ext>
            </a:extLst>
          </p:cNvPr>
          <p:cNvSpPr txBox="1"/>
          <p:nvPr/>
        </p:nvSpPr>
        <p:spPr>
          <a:xfrm>
            <a:off x="1244799" y="1384077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542FF"/>
                </a:solidFill>
                <a:latin typeface="+mj-ea"/>
                <a:ea typeface="+mj-ea"/>
              </a:rPr>
              <a:t>结构体和共同体区别：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9D208C-9A96-7F26-307E-EB3EA8931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785" y="2084849"/>
            <a:ext cx="5064584" cy="427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1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AC69E58B-3420-2FFA-90ED-23FF7CFBC76A}"/>
              </a:ext>
            </a:extLst>
          </p:cNvPr>
          <p:cNvSpPr>
            <a:spLocks noGrp="1"/>
          </p:cNvSpPr>
          <p:nvPr/>
        </p:nvSpPr>
        <p:spPr>
          <a:xfrm>
            <a:off x="3945099" y="2343678"/>
            <a:ext cx="4968552" cy="206321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共用体定义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使用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结构体和共用体区别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0955-F7CC-017D-8847-7F12828A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E642C5D-0E11-77B0-5686-30946C018A5D}"/>
              </a:ext>
            </a:extLst>
          </p:cNvPr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725C71-6E8C-D2A1-CB3B-54A17D87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55E6205-40B3-9832-5E50-848BA4CB611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0447C1-A1E3-8A97-CEBF-720766CA1809}"/>
              </a:ext>
            </a:extLst>
          </p:cNvPr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00B740DE-6B40-9680-D07F-35D5F0E1AC83}"/>
              </a:ext>
            </a:extLst>
          </p:cNvPr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3E1D41-D3CB-0C60-5F41-8EFC401547F5}"/>
              </a:ext>
            </a:extLst>
          </p:cNvPr>
          <p:cNvSpPr txBox="1"/>
          <p:nvPr/>
        </p:nvSpPr>
        <p:spPr>
          <a:xfrm>
            <a:off x="1100783" y="1672109"/>
            <a:ext cx="10945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+mj-ea"/>
                <a:ea typeface="+mj-ea"/>
              </a:rPr>
              <a:t>课堂案例自己写一遍</a:t>
            </a:r>
          </a:p>
        </p:txBody>
      </p:sp>
    </p:spTree>
    <p:extLst>
      <p:ext uri="{BB962C8B-B14F-4D97-AF65-F5344CB8AC3E}">
        <p14:creationId xmlns:p14="http://schemas.microsoft.com/office/powerpoint/2010/main" val="59786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598</Words>
  <Application>Microsoft Office PowerPoint</Application>
  <PresentationFormat>自定义</PresentationFormat>
  <Paragraphs>77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微软雅黑</vt:lpstr>
      <vt:lpstr>印品黑体</vt:lpstr>
      <vt:lpstr>字魂73号-江南手书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/>
  <cp:revision>653</cp:revision>
  <dcterms:created xsi:type="dcterms:W3CDTF">2024-04-10T13:53:55Z</dcterms:created>
  <dcterms:modified xsi:type="dcterms:W3CDTF">2024-12-24T09:09:25Z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FCA88555D3D44735BAA1F56722F3B997</vt:lpwstr>
  </property>
</Properties>
</file>