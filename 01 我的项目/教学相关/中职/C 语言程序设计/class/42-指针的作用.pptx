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4" r:id="rId12"/>
    <p:sldId id="3805" r:id="rId13"/>
    <p:sldId id="3806" r:id="rId14"/>
    <p:sldId id="3807" r:id="rId15"/>
    <p:sldId id="3808" r:id="rId16"/>
    <p:sldId id="3809" r:id="rId17"/>
    <p:sldId id="3810" r:id="rId18"/>
    <p:sldId id="3811" r:id="rId19"/>
    <p:sldId id="3812" r:id="rId20"/>
    <p:sldId id="3712" r:id="rId21"/>
    <p:sldId id="3793" r:id="rId22"/>
    <p:sldId id="3702" r:id="rId23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2024/12/5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20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5041-CBEF-D73A-5C94-509C2F1E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F49DD2-0AB9-C98A-1C87-A141FF163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AB4EAF-13A2-6E24-74D9-76D87EF4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844CA-A3C7-13FF-7E99-7EBB5D868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9599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FE41-0242-9FE2-7706-24406E18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42F45E-87BA-787C-0ABB-5339CCE36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67CD04-2C4F-941C-DC6E-FE0CAAD76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49955-165B-363F-7661-EEEBDEC0B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61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32ED-1A7B-B246-4A80-93296F87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DD338E-AEE8-8A28-802C-23CA51C0B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4E33E8-B4BD-DC4B-E1F8-86E6A75E2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16103-08E9-1055-F96C-43CD5ACB3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290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2FD1-6EC4-419A-5BFE-64117D28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676B9F-0F3E-ADD7-F7BB-9C059AC11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16155E-4081-464C-B846-3342FB0CE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9675E8-4D21-8533-4950-9979C21C6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0849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C0F2-BF0E-BB49-8346-64A66016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A01F40-CA20-B256-ABF1-37B786C6B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712257-F10D-6787-476F-4C582E6FF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9A1B5-72B1-CDE1-62E7-68B78EB64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4120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6B58-AA11-D386-5D70-C40662DE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5BDD14-4EE8-B9BF-7A86-A777E73E1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62E0C6-3466-A53C-17A3-DD149585A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5BCC3-09BF-7FDE-2B8A-A98E06603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981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72F7-5668-F171-664A-C1E76A63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F9E497-F2FC-C9BC-C2BE-BDAE35772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68B5C9-4FAE-5940-8640-10ED034A0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3D808-BE17-E90A-5A8D-EDAA92F64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7853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80C8-B616-8826-65E3-056BA137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493664-8512-A654-5110-E190B9F12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406553-C103-40E2-0735-6070706F5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7F6556-6709-B113-845B-B9AEEE83F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324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D42A-2BDC-E4F3-E135-26D79274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986395-7A59-6028-C9E6-F25CECA75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F56796-BCF7-7496-EEA2-6645BA5F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93C39-3A7D-6DE2-241F-5F37B11D9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820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C11F-6787-DAF6-8490-7F691ECD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34DB31-5C70-212D-6A1D-94EE754EE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DA73B8-B409-48BD-13F8-BB8D5777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DBB18-E95A-C5A4-1FD4-C0DEC8082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142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A5B8-4450-9487-05C0-302F4A49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C3FF2-E1A2-D418-824A-9DE08BDCD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5B09B4-8DFF-0F0B-0C9C-1C6986667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B426E-4B3B-8804-5785-E6F827875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688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61A1-9ACB-70F7-9869-9F3F6372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5C7F5B-717E-AC79-91DE-450AF09B9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4CF8EB-8DC7-C4F6-784B-9C5A40F33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2AB36-74F3-3A48-2BF2-F340A9821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594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7036-4548-3B74-1B63-F13D911C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C8FAF4-D83A-3073-896C-597508FFA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EBC1AC-9692-B014-AEDE-141F8FBC7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D8F52F-6906-EC14-021F-2BEC93B4A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774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2024/12/5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指针的作用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8000" dirty="0">
                <a:solidFill>
                  <a:schemeClr val="tx1"/>
                </a:solidFill>
              </a:rPr>
              <a:t>指针定义及使用</a:t>
            </a:r>
            <a:endParaRPr lang="en-US" altLang="zh-CN" sz="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2470E-589D-DB4E-B1D6-EAC45A6A409A}"/>
              </a:ext>
            </a:extLst>
          </p:cNvPr>
          <p:cNvSpPr txBox="1"/>
          <p:nvPr/>
        </p:nvSpPr>
        <p:spPr>
          <a:xfrm>
            <a:off x="1434819" y="1452637"/>
            <a:ext cx="10225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有同学可能有个疑惑，指针的查询和存储，我们变量也能查询和存储啊，没什么区别啊</a:t>
            </a:r>
          </a:p>
        </p:txBody>
      </p:sp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7380820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作用</a:t>
            </a:r>
            <a:r>
              <a:rPr lang="en-US" altLang="zh-CN" sz="3600" dirty="0"/>
              <a:t>1-</a:t>
            </a:r>
            <a:r>
              <a:rPr lang="zh-CN" altLang="en-US" sz="3600" dirty="0"/>
              <a:t>操作其他函数中的变量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作用</a:t>
            </a:r>
            <a:r>
              <a:rPr lang="en-US" altLang="zh-CN" sz="3600" dirty="0"/>
              <a:t>2-</a:t>
            </a:r>
            <a:r>
              <a:rPr lang="zh-CN" altLang="en-US" sz="3600" dirty="0"/>
              <a:t>函数返回多个值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作用</a:t>
            </a:r>
            <a:r>
              <a:rPr lang="en-US" altLang="zh-CN" sz="3600" dirty="0"/>
              <a:t>3-</a:t>
            </a:r>
            <a:r>
              <a:rPr lang="zh-CN" altLang="en-US" sz="3600" dirty="0"/>
              <a:t>函数的结果和计算状态分开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A9B95E-C005-0800-4385-75D891EAF9F4}"/>
              </a:ext>
            </a:extLst>
          </p:cNvPr>
          <p:cNvSpPr txBox="1"/>
          <p:nvPr/>
        </p:nvSpPr>
        <p:spPr>
          <a:xfrm>
            <a:off x="1279145" y="1806133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1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操作其他函数中的变量。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8DB128-20F8-F36D-17FF-BB2EC4606721}"/>
              </a:ext>
            </a:extLst>
          </p:cNvPr>
          <p:cNvSpPr txBox="1"/>
          <p:nvPr/>
        </p:nvSpPr>
        <p:spPr>
          <a:xfrm>
            <a:off x="1273647" y="2721117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2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函数返回多个值。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A57644-C3B9-12B4-9A48-7B1A9416F874}"/>
              </a:ext>
            </a:extLst>
          </p:cNvPr>
          <p:cNvSpPr txBox="1"/>
          <p:nvPr/>
        </p:nvSpPr>
        <p:spPr>
          <a:xfrm>
            <a:off x="1250595" y="3636101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3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函数的结果和计算状态分开。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89DA19-F570-2614-F3EF-93DE5BBFB284}"/>
              </a:ext>
            </a:extLst>
          </p:cNvPr>
          <p:cNvSpPr txBox="1"/>
          <p:nvPr/>
        </p:nvSpPr>
        <p:spPr>
          <a:xfrm>
            <a:off x="1284545" y="4551085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4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函方便的操作数组和函数</a:t>
            </a:r>
          </a:p>
        </p:txBody>
      </p:sp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2F1D1E-8860-03BE-5605-6403D1B4DA18}"/>
              </a:ext>
            </a:extLst>
          </p:cNvPr>
          <p:cNvSpPr txBox="1"/>
          <p:nvPr/>
        </p:nvSpPr>
        <p:spPr>
          <a:xfrm>
            <a:off x="1244799" y="1539884"/>
            <a:ext cx="10441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交换变量中记录的值</a:t>
            </a:r>
            <a:endParaRPr lang="en-US" altLang="zh-CN" sz="4000" dirty="0"/>
          </a:p>
          <a:p>
            <a:r>
              <a:rPr lang="en-US" altLang="zh-CN" sz="4000" dirty="0"/>
              <a:t>	</a:t>
            </a:r>
            <a:r>
              <a:rPr lang="zh-CN" altLang="en-US" sz="4000" dirty="0"/>
              <a:t>定义两个变量，要求交换变量中记录的值</a:t>
            </a:r>
            <a:endParaRPr lang="en-US" altLang="zh-CN" sz="4000" dirty="0"/>
          </a:p>
          <a:p>
            <a:r>
              <a:rPr lang="en-US" altLang="zh-CN" sz="4000" dirty="0"/>
              <a:t>	</a:t>
            </a:r>
            <a:r>
              <a:rPr lang="zh-CN" altLang="en-US" sz="4000" dirty="0"/>
              <a:t>注意：交换的代码写在新的函数</a:t>
            </a:r>
            <a:r>
              <a:rPr lang="en-US" altLang="zh-CN" sz="4000" dirty="0"/>
              <a:t>swap</a:t>
            </a:r>
            <a:r>
              <a:rPr lang="zh-CN" altLang="en-US" sz="4000" dirty="0"/>
              <a:t>中。</a:t>
            </a:r>
          </a:p>
        </p:txBody>
      </p:sp>
    </p:spTree>
    <p:extLst>
      <p:ext uri="{BB962C8B-B14F-4D97-AF65-F5344CB8AC3E}">
        <p14:creationId xmlns:p14="http://schemas.microsoft.com/office/powerpoint/2010/main" val="363812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77A9-D2E1-473F-C047-B50767FB5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71CB1C2-0110-DCF2-22A5-310B8F8FFB8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2B6D5D-8634-B80D-9D5F-E7CFDF3E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56256B-57B0-35EF-D269-B5C74C1B8B4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10CCED-55FE-F326-EFDA-E5B026B26B6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97F034E-3C5F-85E4-02A2-8B5D661E7C6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F4570C5-60A2-0FEC-ED1E-7BCE84DC0B2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A9C9B-E396-C243-B340-6645C611D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75" y="482178"/>
            <a:ext cx="69342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6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44D9-3939-0800-79D4-49454BE6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A660C9E-EEC7-60F1-9A3A-E9F66DF5489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C200A3B-1C4C-B9EE-6CA5-D978484F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CF77EDF-71F2-87A4-31F7-3847AD69721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F605BB-F822-7C40-5EB6-72F3B04E68C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7CB964A-7D08-6D8E-6939-D002AB9DC23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6FE3EB9-9D14-D56B-9B44-0341BE447D5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代码分析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2F534AE-02FA-FFED-74C6-006F4412C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2" y="1756666"/>
            <a:ext cx="11791995" cy="33176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599A6FB-EAC8-7C8B-E2D0-F06CBACD0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663" y="2297600"/>
            <a:ext cx="2562225" cy="3238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1F04EB5-62DD-5F1A-DAEB-2D7B50E0AB0B}"/>
              </a:ext>
            </a:extLst>
          </p:cNvPr>
          <p:cNvSpPr txBox="1"/>
          <p:nvPr/>
        </p:nvSpPr>
        <p:spPr>
          <a:xfrm>
            <a:off x="889487" y="5104316"/>
            <a:ext cx="11516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当代码运行的时候，执行到</a:t>
            </a:r>
            <a:r>
              <a:rPr lang="en-US" altLang="zh-CN" sz="2800" dirty="0"/>
              <a:t>swap(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</a:t>
            </a:r>
            <a:r>
              <a:rPr lang="zh-CN" altLang="en-US" sz="2800" dirty="0"/>
              <a:t>时，只是将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值</a:t>
            </a:r>
            <a:r>
              <a:rPr lang="zh-CN" altLang="en-US" sz="2800" dirty="0"/>
              <a:t>传入到函数内，</a:t>
            </a:r>
            <a:r>
              <a:rPr lang="en-US" altLang="zh-CN" sz="2800" dirty="0"/>
              <a:t>num1</a:t>
            </a:r>
            <a:r>
              <a:rPr lang="zh-CN" altLang="en-US" sz="2800" dirty="0"/>
              <a:t>变成了</a:t>
            </a:r>
            <a:r>
              <a:rPr lang="en-US" altLang="zh-CN" sz="2800" dirty="0"/>
              <a:t>10</a:t>
            </a:r>
            <a:r>
              <a:rPr lang="zh-CN" altLang="en-US" sz="2800" dirty="0"/>
              <a:t>，</a:t>
            </a:r>
            <a:r>
              <a:rPr lang="en-US" altLang="zh-CN" sz="2800" dirty="0"/>
              <a:t>num2</a:t>
            </a:r>
            <a:r>
              <a:rPr lang="zh-CN" altLang="en-US" sz="2800" dirty="0"/>
              <a:t>变成了</a:t>
            </a:r>
            <a:r>
              <a:rPr lang="en-US" altLang="zh-CN" sz="2800" dirty="0"/>
              <a:t>20</a:t>
            </a:r>
            <a:r>
              <a:rPr lang="zh-CN" altLang="en-US" sz="2800" dirty="0"/>
              <a:t>，然后执行函数中代码时，其实只是把</a:t>
            </a:r>
            <a:r>
              <a:rPr lang="en-US" altLang="zh-CN" sz="2800" dirty="0"/>
              <a:t>num1</a:t>
            </a:r>
            <a:r>
              <a:rPr lang="zh-CN" altLang="en-US" sz="2800" dirty="0"/>
              <a:t>和</a:t>
            </a:r>
            <a:r>
              <a:rPr lang="en-US" altLang="zh-CN" sz="2800" dirty="0"/>
              <a:t>num2</a:t>
            </a:r>
            <a:r>
              <a:rPr lang="zh-CN" altLang="en-US" sz="2800" dirty="0"/>
              <a:t>的值交换了，并没有交换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的值。</a:t>
            </a:r>
          </a:p>
        </p:txBody>
      </p:sp>
    </p:spTree>
    <p:extLst>
      <p:ext uri="{BB962C8B-B14F-4D97-AF65-F5344CB8AC3E}">
        <p14:creationId xmlns:p14="http://schemas.microsoft.com/office/powerpoint/2010/main" val="79329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8CE2-A498-2B2A-23F1-4EA4102B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F64037-26D6-C8F3-5FE3-840621B200F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207247-64D5-7527-3EC8-DE55FAC18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070305-E4A2-34D0-9A23-E850DDB5A0F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973BF3-F881-3D2D-D247-5A2F068FA59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1F65EF2-7450-23A8-FDC8-913DC5F2C3B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F70625-D9B1-7896-0303-9C9FBDFDB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067" y="694370"/>
            <a:ext cx="6981825" cy="6115050"/>
          </a:xfrm>
          <a:prstGeom prst="rect">
            <a:avLst/>
          </a:prstGeom>
        </p:spPr>
      </p:pic>
      <p:sp>
        <p:nvSpPr>
          <p:cNvPr id="10" name="箭头: 上 9">
            <a:extLst>
              <a:ext uri="{FF2B5EF4-FFF2-40B4-BE49-F238E27FC236}">
                <a16:creationId xmlns:a16="http://schemas.microsoft.com/office/drawing/2014/main" id="{89865426-5359-1CAB-9E69-4661DDAC04A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9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6F0BE-92F4-4263-E8B5-AB15E982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CE4D08-F39A-0CC1-495E-CBE63FA9DDF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5D49EB-2EF8-A778-A784-7934029A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220435-6BA9-E25F-6D7E-87F34A6AD03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9D16BA-8C54-6BB6-3B97-383778C5E1F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8B80894-B5B1-7915-0552-1A1C34F07A3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3E84174-7B1D-235F-0BCD-B524416A585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代码分析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AB10D0-899D-8BFF-17E5-4F13B09B3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5" y="1600101"/>
            <a:ext cx="11325919" cy="31668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4099B2-06D7-0A05-F620-0D41BAFB8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631" y="2104157"/>
            <a:ext cx="2327088" cy="36004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2539658-9D90-0355-8EF6-1C53A6E78E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5039" y="2941413"/>
            <a:ext cx="849493" cy="57398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F7AFBCF-878B-8086-AA61-73CB321B61E2}"/>
              </a:ext>
            </a:extLst>
          </p:cNvPr>
          <p:cNvSpPr txBox="1"/>
          <p:nvPr/>
        </p:nvSpPr>
        <p:spPr>
          <a:xfrm>
            <a:off x="2036887" y="5221198"/>
            <a:ext cx="7584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1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操作其他函数中的变量。</a:t>
            </a:r>
          </a:p>
        </p:txBody>
      </p:sp>
    </p:spTree>
    <p:extLst>
      <p:ext uri="{BB962C8B-B14F-4D97-AF65-F5344CB8AC3E}">
        <p14:creationId xmlns:p14="http://schemas.microsoft.com/office/powerpoint/2010/main" val="35288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DE55-2E30-A073-10AF-65FE542B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7160327-7183-5630-67BD-98E010C524A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D532A2-243C-AA4F-450F-EB65263F3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22BE1D3-48BD-85E3-3B8E-B5F3F674457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565927-056B-9C62-E8EE-117342521820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7565FAB-CFDF-5F50-ED40-7DB775FF3DE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888B09B-FB39-EEF5-D267-6D8E3188CF01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1-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53C11B-2989-C08C-B577-92EB427DE518}"/>
              </a:ext>
            </a:extLst>
          </p:cNvPr>
          <p:cNvSpPr txBox="1"/>
          <p:nvPr/>
        </p:nvSpPr>
        <p:spPr>
          <a:xfrm>
            <a:off x="1100783" y="1651732"/>
            <a:ext cx="108732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函数中变量的</a:t>
            </a:r>
            <a:r>
              <a:rPr lang="zh-CN" altLang="en-US" sz="4000" b="1" dirty="0">
                <a:solidFill>
                  <a:srgbClr val="FF0000"/>
                </a:solidFill>
              </a:rPr>
              <a:t>生命周期</a:t>
            </a:r>
            <a:r>
              <a:rPr lang="zh-CN" altLang="en-US" sz="4000" dirty="0"/>
              <a:t>跟函数相关，函数结束了，变量也会消失；</a:t>
            </a:r>
            <a:endParaRPr lang="en-US" altLang="zh-CN" sz="4000" dirty="0"/>
          </a:p>
          <a:p>
            <a:r>
              <a:rPr lang="zh-CN" altLang="en-US" sz="4000" dirty="0"/>
              <a:t>此时在其他函数中，就无法通过指针使用了；</a:t>
            </a:r>
            <a:endParaRPr lang="en-US" altLang="zh-CN" sz="4000" dirty="0"/>
          </a:p>
          <a:p>
            <a:r>
              <a:rPr lang="zh-CN" altLang="en-US" sz="4000" dirty="0"/>
              <a:t>如果不想函数中的变量被回收，可以在变量前面加</a:t>
            </a:r>
            <a:r>
              <a:rPr lang="en-US" altLang="zh-CN" sz="4000" dirty="0"/>
              <a:t>static</a:t>
            </a:r>
            <a:r>
              <a:rPr lang="zh-CN" altLang="en-US" sz="4000" dirty="0"/>
              <a:t>关键字。</a:t>
            </a:r>
          </a:p>
        </p:txBody>
      </p:sp>
    </p:spTree>
    <p:extLst>
      <p:ext uri="{BB962C8B-B14F-4D97-AF65-F5344CB8AC3E}">
        <p14:creationId xmlns:p14="http://schemas.microsoft.com/office/powerpoint/2010/main" val="288979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2644-0079-1D90-069E-2EEA24B7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2F877C1-05D9-EEE0-0F32-28D87C771464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5C3B88-5ABB-49CE-4C30-94639F99F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B4A6CB9-FACD-B5E4-DFC1-7663DD3EDF36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05696D-380A-5F73-D280-D1C6A6FC0CD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8296E9E-4D85-E045-9B4D-B55895B3B6CB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9F8CE16-830A-96BD-979A-9485E13FB54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1-</a:t>
            </a:r>
            <a:r>
              <a:rPr lang="zh-CN" altLang="en-US" sz="2400" b="1" dirty="0">
                <a:solidFill>
                  <a:srgbClr val="FF0000"/>
                </a:solidFill>
              </a:rPr>
              <a:t>细节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BD6BD7-A477-78D5-ADC8-7729EB7E0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087" y="1083374"/>
            <a:ext cx="492442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EF49-99A7-13AC-717E-F78289B2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A30C63-A944-12C1-14CD-6F3E253E144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25BB05-99EC-3F69-D719-E38C32FB6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7908BED-65F5-EA9D-407E-3DCBEA75C3A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ACFD28-B318-DB56-6484-C162F55100E0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712092D-E4E3-E36F-963D-593A3F40D36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DEA107D-2890-E506-40DC-29FE145958D1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1FE1EA-2242-0459-C15E-2A2513B977BB}"/>
              </a:ext>
            </a:extLst>
          </p:cNvPr>
          <p:cNvSpPr txBox="1"/>
          <p:nvPr/>
        </p:nvSpPr>
        <p:spPr>
          <a:xfrm>
            <a:off x="1532831" y="1744117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2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函数返回多个值。</a:t>
            </a:r>
          </a:p>
        </p:txBody>
      </p:sp>
    </p:spTree>
    <p:extLst>
      <p:ext uri="{BB962C8B-B14F-4D97-AF65-F5344CB8AC3E}">
        <p14:creationId xmlns:p14="http://schemas.microsoft.com/office/powerpoint/2010/main" val="152123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4FBF-CAFE-81A4-6335-727A2435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090BAC-D4D2-DD04-5360-B4FDE48487C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AE0E02-2B37-3CFE-BDEB-23DDD1AA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85ADAFC-4927-FF70-AE58-A87017F52F3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835A21-4160-FFCC-337B-7D86D66740C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69ED245-881F-132E-3766-CC4D9054EE8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88EAE28-999D-A23E-F8F3-5FD7007096C0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B8F3AE-93FE-BAC5-D669-BBA2F1C0D2DC}"/>
              </a:ext>
            </a:extLst>
          </p:cNvPr>
          <p:cNvSpPr txBox="1"/>
          <p:nvPr/>
        </p:nvSpPr>
        <p:spPr>
          <a:xfrm>
            <a:off x="1532831" y="1744117"/>
            <a:ext cx="9433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求最值：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r>
              <a:rPr lang="zh-CN" altLang="en-US" sz="4000" dirty="0"/>
              <a:t>定义一个函数，求数组的最大值和最小值，并进行返回。</a:t>
            </a:r>
          </a:p>
        </p:txBody>
      </p:sp>
    </p:spTree>
    <p:extLst>
      <p:ext uri="{BB962C8B-B14F-4D97-AF65-F5344CB8AC3E}">
        <p14:creationId xmlns:p14="http://schemas.microsoft.com/office/powerpoint/2010/main" val="98041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1CE0-5D06-6339-77CF-DF842118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270284-6AB1-45E5-5235-6F32423CA4C4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B77AB3-3A4A-C6EF-36C3-08F53939F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D7654F-9D1F-2C46-B86D-FB5EFC04FFD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694E9-FDAD-1034-D2D8-E286CF828F9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3D2BC506-9071-EFE9-DEF0-490FECF4532E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3830E1D-1728-A42D-2191-B77D3AE3A74E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5E5CD2-A954-9310-C809-3DEDCE99F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27" y="1497632"/>
            <a:ext cx="7446615" cy="45887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D60CD6-4DF4-F2D9-9980-BF20DE492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561" y="2392189"/>
            <a:ext cx="6477173" cy="3024247"/>
          </a:xfrm>
          <a:prstGeom prst="rect">
            <a:avLst/>
          </a:prstGeom>
        </p:spPr>
      </p:pic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E5E72A97-AD5C-06C9-A230-843CAE539E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0" y="1816124"/>
            <a:ext cx="12858752" cy="4528239"/>
          </a:xfrm>
          <a:prstGeom prst="bentConnector3">
            <a:avLst>
              <a:gd name="adj1" fmla="val 56782"/>
            </a:avLst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353CFAC2-D6F9-37DE-169E-4BAFC1167AA8}"/>
              </a:ext>
            </a:extLst>
          </p:cNvPr>
          <p:cNvSpPr/>
          <p:nvPr/>
        </p:nvSpPr>
        <p:spPr>
          <a:xfrm>
            <a:off x="7293471" y="303957"/>
            <a:ext cx="749871" cy="749871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D141848-97D3-7F43-DA80-598FBF228E6F}"/>
              </a:ext>
            </a:extLst>
          </p:cNvPr>
          <p:cNvSpPr/>
          <p:nvPr/>
        </p:nvSpPr>
        <p:spPr>
          <a:xfrm>
            <a:off x="7293471" y="5408494"/>
            <a:ext cx="749871" cy="749871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90894F-4677-DB00-6D43-88437E044D0D}"/>
              </a:ext>
            </a:extLst>
          </p:cNvPr>
          <p:cNvSpPr txBox="1"/>
          <p:nvPr/>
        </p:nvSpPr>
        <p:spPr>
          <a:xfrm>
            <a:off x="7293471" y="480229"/>
            <a:ext cx="749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1149D5-1C5B-0D74-5DC8-EBD0BC4135FE}"/>
              </a:ext>
            </a:extLst>
          </p:cNvPr>
          <p:cNvSpPr txBox="1"/>
          <p:nvPr/>
        </p:nvSpPr>
        <p:spPr>
          <a:xfrm>
            <a:off x="7293471" y="5592392"/>
            <a:ext cx="749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382355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783-5D00-0172-A20A-D797E40D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AFBEB7-9295-3073-4C6D-CAFD3EA00EF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133374-2400-5F1C-06C7-12A31DB75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BB7DA7E-B287-4971-67A9-106C22DF843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7032C9-0437-B053-FC3E-70A3F003B6F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A4D9A593-D0EA-3BC1-83E5-FCC2F45E6BAC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E678EFD-5733-1D29-85BC-44CD263DD34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48605F-5869-5977-0B11-5A58C5B1D27E}"/>
              </a:ext>
            </a:extLst>
          </p:cNvPr>
          <p:cNvSpPr txBox="1"/>
          <p:nvPr/>
        </p:nvSpPr>
        <p:spPr>
          <a:xfrm>
            <a:off x="1388815" y="1490224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作用</a:t>
            </a:r>
            <a:r>
              <a:rPr lang="en-US" altLang="zh-CN" sz="4000" b="1" dirty="0">
                <a:solidFill>
                  <a:srgbClr val="FF0000"/>
                </a:solidFill>
              </a:rPr>
              <a:t>3</a:t>
            </a:r>
            <a:r>
              <a:rPr lang="zh-CN" altLang="en-US" sz="4000" b="1" dirty="0">
                <a:solidFill>
                  <a:srgbClr val="FF0000"/>
                </a:solidFill>
              </a:rPr>
              <a:t>：</a:t>
            </a:r>
            <a:r>
              <a:rPr lang="zh-CN" altLang="en-US" sz="4000" dirty="0"/>
              <a:t>函数的结果和计算状态分开。</a:t>
            </a:r>
          </a:p>
        </p:txBody>
      </p:sp>
    </p:spTree>
    <p:extLst>
      <p:ext uri="{BB962C8B-B14F-4D97-AF65-F5344CB8AC3E}">
        <p14:creationId xmlns:p14="http://schemas.microsoft.com/office/powerpoint/2010/main" val="55333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67D7-C3AA-A701-6284-B1935C01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EE6ED8-9365-3262-43A7-A610BE91E2F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1A5E37-6B73-579F-4811-75F478AC4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6DF8FF-8E84-6490-F27B-22CA7D9FF27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5DDAF7-88BB-1DD0-915F-C46F1E7F25D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26B4278-0787-B8CE-37F6-32A191B9B96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5284A0C-EE95-59F4-AEE8-A85CA1700C8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1DD171-FCD7-8B64-C57A-285AA45BB620}"/>
              </a:ext>
            </a:extLst>
          </p:cNvPr>
          <p:cNvSpPr txBox="1"/>
          <p:nvPr/>
        </p:nvSpPr>
        <p:spPr>
          <a:xfrm>
            <a:off x="1388815" y="1490224"/>
            <a:ext cx="943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练习：</a:t>
            </a:r>
            <a:r>
              <a:rPr lang="zh-CN" altLang="en-US" sz="4000" dirty="0"/>
              <a:t>利用指针将函数的结果和状态分开。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3FB2B9-F9EA-5D2D-E8FF-36D6824FBC1E}"/>
              </a:ext>
            </a:extLst>
          </p:cNvPr>
          <p:cNvSpPr txBox="1"/>
          <p:nvPr/>
        </p:nvSpPr>
        <p:spPr>
          <a:xfrm>
            <a:off x="1460823" y="2752229"/>
            <a:ext cx="10585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定义一个函数，将两数相除，获取他们的余数。</a:t>
            </a:r>
          </a:p>
        </p:txBody>
      </p:sp>
    </p:spTree>
    <p:extLst>
      <p:ext uri="{BB962C8B-B14F-4D97-AF65-F5344CB8AC3E}">
        <p14:creationId xmlns:p14="http://schemas.microsoft.com/office/powerpoint/2010/main" val="176030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D985-515C-B925-6F94-7FE8A6213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B02A8D-7253-5A4F-C5C7-334CB5F2348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5E36FC-A93B-F1A3-39C1-306B06117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8F2373-E4FD-F048-EB3D-4F206D8791F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D00E9C-0AB6-C60F-817C-84B42D209B5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2DCE270-6554-9C83-249F-24699701577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C52FC73-5EEA-E21E-A528-45212B476944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7AAC88-CE48-93AF-6864-36F02EF28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855" y="1564950"/>
            <a:ext cx="8670760" cy="410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1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0BDD-F3CD-4787-50C3-7FC31E1A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1974FD-9320-5EB6-78DC-BCF5EE4C737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3A17AC-334A-D029-4C92-EE846D91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478B474-2A32-DC87-5EB1-0F86B2B1874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DED935-5582-DE59-44D3-936239820050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F2D9F4B-1A18-D2D8-6325-588AA82BFAE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8B825CC-7085-C7FE-95E9-534460DC75B2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16A1F1-75D2-2EC9-FDB1-F8EE3493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943" y="1425624"/>
            <a:ext cx="83915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3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1672109"/>
            <a:ext cx="5472608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作用</a:t>
            </a:r>
            <a:r>
              <a:rPr lang="en-US" altLang="zh-CN" sz="4800" dirty="0"/>
              <a:t>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作用</a:t>
            </a:r>
            <a:r>
              <a:rPr lang="en-US" altLang="zh-CN" sz="4800" dirty="0"/>
              <a:t>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作用</a:t>
            </a:r>
            <a:r>
              <a:rPr lang="en-US" altLang="zh-CN" sz="4800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923644" y="1816125"/>
            <a:ext cx="7811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三个作用代码，自己写一遍。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指针就是内存地址。（）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856</Words>
  <Application>Microsoft Office PowerPoint</Application>
  <PresentationFormat>自定义</PresentationFormat>
  <Paragraphs>107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黑体</vt:lpstr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2024-12-05T02:28:49Z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