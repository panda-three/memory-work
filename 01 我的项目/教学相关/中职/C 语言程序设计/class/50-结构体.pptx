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705" r:id="rId2"/>
    <p:sldId id="3706" r:id="rId3"/>
    <p:sldId id="3807" r:id="rId4"/>
    <p:sldId id="3646" r:id="rId5"/>
    <p:sldId id="3798" r:id="rId6"/>
    <p:sldId id="3800" r:id="rId7"/>
    <p:sldId id="3808" r:id="rId8"/>
    <p:sldId id="3809" r:id="rId9"/>
    <p:sldId id="3810" r:id="rId10"/>
    <p:sldId id="3811" r:id="rId11"/>
    <p:sldId id="3812" r:id="rId12"/>
    <p:sldId id="3815" r:id="rId13"/>
    <p:sldId id="3813" r:id="rId14"/>
    <p:sldId id="3814" r:id="rId15"/>
    <p:sldId id="3816" r:id="rId16"/>
    <p:sldId id="3817" r:id="rId17"/>
    <p:sldId id="3712" r:id="rId18"/>
    <p:sldId id="3793" r:id="rId19"/>
    <p:sldId id="3702" r:id="rId20"/>
  </p:sldIdLst>
  <p:sldSz cx="12858750" cy="7232650"/>
  <p:notesSz cx="6858000" cy="9144000"/>
  <p:custDataLst>
    <p:tags r:id="rId2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7030A0"/>
    <a:srgbClr val="AF4436"/>
    <a:srgbClr val="1542FF"/>
    <a:srgbClr val="FFBF00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552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  <a:t>2024/12/23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  <a:t>‹#›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  <a:t>2024/12/23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5C9-E6DB-7378-EAAF-6E321824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07359-FBF8-C6E4-8C58-81F6D04D2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DF344-7F46-EF2C-0493-CBACAE5E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994D4-70A6-EB30-CAE9-B4BEF4A38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79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E4DBD-7F33-3C99-9730-7D713F548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1AFF8C-A6E6-FA8D-E32B-B42C7278F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A4D1EC-DBBF-70CA-FA44-C797AECC5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F73206-78E5-6C4F-5010-097CB506C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1146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181B9-2762-2729-9584-D446EF663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C60F77-91BF-848D-FA21-B3D01558E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3C54CB-FB02-CA52-A8EC-D5222591D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D023AC-4587-98DD-BCE3-303AF9BCF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8405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2E347-239D-63AA-575C-1A779347D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0FA053-A4B0-9699-E091-26B740BAE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4378D4-C17A-829B-6D1F-716E9816E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A56230-734C-82C9-4910-64EBEB8A0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2414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0B1B3-AE42-2205-61DC-72D601F80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663E95-5FA5-A934-270B-C4FBA392F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A7F008-3D39-C692-C2C9-2DFB6F103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3E23F-7F58-E812-DB40-5C29228D5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5764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FE6ED-40EE-F1F7-0178-07E95332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426D27-C148-3275-51DC-BEFE02A98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A301F7-1BBB-919A-0069-E823815B8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2AF116-6E33-6371-A05A-49FC76C36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7475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4F600-E2A0-D70A-CE91-C2CBE8D82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DF4793-593B-DD8F-35AC-E4426B1B7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18CCF9-CE93-8927-F6D9-9EB83C5F0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16B1B7-3C59-7143-983C-D8AE24E6E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8003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DDB84-6601-1CF1-1408-32013FF32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3BE29F-1C25-9564-EF79-137EBD3C0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51FE47-AD23-4DD3-8E22-FB6F4744C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C471FD-6746-B19F-7F2F-FA89D6F67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5804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8FEB3-3FE0-B251-A172-F672F7C9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24F1E7-F2B0-C742-8081-9A29F62D8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957BAE-BF68-6B59-485A-4C33B7158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5AD3CA-AC09-4776-074B-36A750E77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1273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BE51D-10FD-9F42-9723-DAD6C0924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EEC2FB-C0DA-2F15-3C95-813D8553D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0CB2D4-4F23-ADFD-EEC7-C4F97D44F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0D1F09-B67C-62FE-1533-8ADA88CA2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00647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CCE8E-B752-EE15-73D7-4D8BCEBB4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8DF275-164A-B885-A67E-E5475D020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A0BFC9-86EF-2719-17ED-C1431ED25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81C73-23CB-856F-CD65-954A5F786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2268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EF2CB-C549-DD6F-D1F0-AEB45C8CD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BF787E-4C82-1D5E-C6E6-9393CEBDF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46FCFC-7886-1601-E3B7-2BF7C3E4A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086DEB-EFCA-3874-4E6D-89AD23D4D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5743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17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2024/12/23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2024/12/23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  <a:t>2024/12/23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结构体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301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8984257D-0BD9-E786-C437-0839FFDFEFF2}"/>
              </a:ext>
            </a:extLst>
          </p:cNvPr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278EE72-DA65-C554-87A9-0A7834775D4E}"/>
              </a:ext>
            </a:extLst>
          </p:cNvPr>
          <p:cNvSpPr>
            <a:spLocks noGrp="1"/>
          </p:cNvSpPr>
          <p:nvPr/>
        </p:nvSpPr>
        <p:spPr>
          <a:xfrm>
            <a:off x="2612951" y="191069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6600" dirty="0">
                <a:solidFill>
                  <a:schemeClr val="tx1"/>
                </a:solidFill>
              </a:rPr>
              <a:t>字符串</a:t>
            </a:r>
            <a:endParaRPr lang="en-US" altLang="zh-CN" sz="6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10603-6C25-34BD-D771-CA65492CE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ADA5700-EF27-15D5-24FA-51BD82F8E7FC}"/>
              </a:ext>
            </a:extLst>
          </p:cNvPr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B50AE9-8C57-D1F0-B2A7-6F6FAA876110}"/>
              </a:ext>
            </a:extLst>
          </p:cNvPr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6856AA-E69F-FDE4-06CD-5747B3691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C05884A-3A3E-8A73-EAD4-C6F752DE1B39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C416AA-B0AE-46F8-5356-6652791CAF2D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rgbClr val="FFFFFF"/>
                </a:solidFill>
              </a:rPr>
              <a:t>新课导入</a:t>
            </a:r>
            <a:r>
              <a:rPr lang="zh-CN" altLang="en-US" b="1" dirty="0"/>
              <a:t>  目标及重难点  新授 总结与合作探究  作业  限时检测</a:t>
            </a:r>
          </a:p>
        </p:txBody>
      </p:sp>
      <p:sp>
        <p:nvSpPr>
          <p:cNvPr id="6" name="箭头: 上 5">
            <a:extLst>
              <a:ext uri="{FF2B5EF4-FFF2-40B4-BE49-F238E27FC236}">
                <a16:creationId xmlns:a16="http://schemas.microsoft.com/office/drawing/2014/main" id="{F8C58563-8935-5EE9-AD8F-E801C28C5867}"/>
              </a:ext>
            </a:extLst>
          </p:cNvPr>
          <p:cNvSpPr/>
          <p:nvPr/>
        </p:nvSpPr>
        <p:spPr>
          <a:xfrm>
            <a:off x="1388815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7884C12-17A7-8DE1-08DB-6DE1DD0BD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443" y="276097"/>
            <a:ext cx="4464496" cy="647996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6AAB494-4081-753F-A58E-DFF240B08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391" y="276097"/>
            <a:ext cx="5106453" cy="636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89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2343678"/>
            <a:ext cx="4968552" cy="206321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结构体定义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练习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起别名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BA2D-7927-49BF-9228-23D8CE5F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AE1CBA-FF32-55F0-C86A-94137F4D444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25AC3E-7AA2-8AE3-A70B-F4CD73FE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74F572-9DD0-EE4C-DDFB-AB01CD2D68F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3E7F99-4CB7-A398-DF93-D443C7AA6BA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F08F36D-AD04-6B86-27AF-C6108DBABCA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CC51A75-6C1F-AE2B-97EA-8BECEC3F4046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结构体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C5FF58-65CA-9F80-40AA-E18C8D7DCEA4}"/>
              </a:ext>
            </a:extLst>
          </p:cNvPr>
          <p:cNvSpPr txBox="1"/>
          <p:nvPr/>
        </p:nvSpPr>
        <p:spPr>
          <a:xfrm>
            <a:off x="3693071" y="487039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latin typeface="+mj-ea"/>
                <a:ea typeface="+mj-ea"/>
              </a:rPr>
              <a:t>什么是结构体呢？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21EA9BC-1F1E-3229-3054-87B66F471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11" y="2750796"/>
            <a:ext cx="2279823" cy="375862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0273186-549E-8329-E2F2-0C36D8BBA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039" y="2809598"/>
            <a:ext cx="2993849" cy="283274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B249DF0-F9FF-7A66-DE32-69052161EF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7740" y="2053244"/>
            <a:ext cx="2096569" cy="434545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C61D97D-5851-0B67-A4B5-E2AD7E4ED1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6803" y="1434606"/>
            <a:ext cx="4213176" cy="4867348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D065F55-497A-D9C7-1769-5532644640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0652" y="2819536"/>
            <a:ext cx="2159613" cy="344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3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4E60-1E21-AEB3-A7F0-38BC53AF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3C10EBE-426B-563B-4FE5-F1A7FE6CAC65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1C03AB-08E1-9C9B-CF57-09FD436E0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22A207C-7D95-6639-DB50-E0048FEE72E0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723CDC-E4A9-F563-5523-D74843903EAC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7CFEC045-4552-2FAE-302E-36421B5FA6C3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61736D8-2471-A569-BABC-611C94293629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结构体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B042CA6-FBC5-6595-8174-276558D9D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75" y="1251455"/>
            <a:ext cx="4703444" cy="382312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5529274-026B-3956-46E0-2F3FC67A1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5279" y="4035003"/>
            <a:ext cx="1562100" cy="2533650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F1EE50D-8FD3-B9D9-84E9-15D7182DC1F7}"/>
              </a:ext>
            </a:extLst>
          </p:cNvPr>
          <p:cNvSpPr/>
          <p:nvPr/>
        </p:nvSpPr>
        <p:spPr>
          <a:xfrm>
            <a:off x="7559427" y="5108045"/>
            <a:ext cx="2448272" cy="51719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+mj-ea"/>
                <a:ea typeface="+mj-ea"/>
              </a:rPr>
              <a:t>Friend f1;</a:t>
            </a:r>
            <a:endParaRPr lang="zh-CN" altLang="en-US" b="1" dirty="0">
              <a:latin typeface="+mj-ea"/>
              <a:ea typeface="+mj-ea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701F0BE-5B4C-3FB0-1D16-C76046F477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7024" y="791084"/>
            <a:ext cx="1695450" cy="1971675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A148BC1-B056-14D8-BC1F-C5C388DCA407}"/>
              </a:ext>
            </a:extLst>
          </p:cNvPr>
          <p:cNvSpPr/>
          <p:nvPr/>
        </p:nvSpPr>
        <p:spPr>
          <a:xfrm>
            <a:off x="7601334" y="1516091"/>
            <a:ext cx="2448272" cy="51719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+mj-ea"/>
                <a:ea typeface="+mj-ea"/>
              </a:rPr>
              <a:t>Friend f1;</a:t>
            </a:r>
            <a:endParaRPr lang="zh-CN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8904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237F1-CC0A-D5D6-756F-9E65B4012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1B61F1E-9B3F-9D24-D184-31323FCB71BE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C07F1F-82D2-A514-A177-327173C8C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E096A92-BB04-BA73-C0AE-D158B613DDAF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0443D0-4966-AF58-05C0-30854BA1B045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FC77EA38-919D-C682-4F4F-F2635D2CE239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CF6C8BC-5804-C827-0FB4-6B77C5491E14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结构体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7116EC-7613-2F3E-C2AC-BC3EE0E9FB4A}"/>
              </a:ext>
            </a:extLst>
          </p:cNvPr>
          <p:cNvSpPr txBox="1"/>
          <p:nvPr/>
        </p:nvSpPr>
        <p:spPr>
          <a:xfrm>
            <a:off x="1244799" y="1249471"/>
            <a:ext cx="10873208" cy="222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+mj-ea"/>
                <a:ea typeface="+mj-ea"/>
              </a:rPr>
              <a:t>结构体可以理解为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自定义</a:t>
            </a:r>
            <a:r>
              <a:rPr lang="zh-CN" altLang="en-US" sz="3200" dirty="0">
                <a:latin typeface="+mj-ea"/>
                <a:ea typeface="+mj-ea"/>
              </a:rPr>
              <a:t>的数据类型。</a:t>
            </a:r>
            <a:endParaRPr lang="en-US" altLang="zh-CN" sz="3200" dirty="0">
              <a:latin typeface="+mj-ea"/>
              <a:ea typeface="+mj-ea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+mj-ea"/>
                <a:ea typeface="+mj-ea"/>
              </a:rPr>
              <a:t>他是由一批数据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组合</a:t>
            </a:r>
            <a:r>
              <a:rPr lang="zh-CN" altLang="en-US" sz="3200" dirty="0">
                <a:latin typeface="+mj-ea"/>
                <a:ea typeface="+mj-ea"/>
              </a:rPr>
              <a:t>而成的结构型数据。</a:t>
            </a:r>
            <a:endParaRPr lang="en-US" altLang="zh-CN" sz="3200" dirty="0">
              <a:latin typeface="+mj-ea"/>
              <a:ea typeface="+mj-ea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+mj-ea"/>
                <a:ea typeface="+mj-ea"/>
              </a:rPr>
              <a:t>里面的每一个数据都是结构体的“成员”。</a:t>
            </a:r>
          </a:p>
        </p:txBody>
      </p:sp>
    </p:spTree>
    <p:extLst>
      <p:ext uri="{BB962C8B-B14F-4D97-AF65-F5344CB8AC3E}">
        <p14:creationId xmlns:p14="http://schemas.microsoft.com/office/powerpoint/2010/main" val="15228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86D1B-7674-B119-129E-C9D6BDABA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A39628A-4139-277D-75B6-02205C20916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D5FAB66-09A1-63CD-C350-B319BD488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D878F48-F019-7927-6C00-34D8E025677E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F2574B-BA3B-C29E-C698-B39C12FE6A09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497B9276-4D30-AED7-264A-06927A560A4F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D17626E-8038-EF0E-2090-462265ACAE72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结构体格式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D535094-BE00-2068-ECDE-D641ED24E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28" y="1277296"/>
            <a:ext cx="5210175" cy="37338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352FCC1-E2C3-BDC3-36C8-C2D19F9CD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883" y="950510"/>
            <a:ext cx="4762872" cy="390982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2E862E1D-D3B7-B642-2CD1-98552E08C5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9495" y="2241036"/>
            <a:ext cx="4515409" cy="286343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5A0AABC8-C150-A79A-AAC7-AF0C8A656E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8068" y="3041537"/>
            <a:ext cx="486727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8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4E97D-43F8-5BAF-A943-E053F12B1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5558FBA-F052-4D69-7D61-B92C7C2BC5CD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586F2A0-099F-091D-D6C2-763C38E72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2F7C2F6-8E26-3BE0-04FD-13FC5327FBCD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FEBA7A-5C32-AA03-872B-BAC7CC06B0C7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D74CCF26-105A-04BD-EBD7-B327147D5EF6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913AEB-1D03-EE24-1909-F8CFF4BD1ED5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结构体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4C86DF-F479-ED9C-1B03-5B3F08116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51" y="1452932"/>
            <a:ext cx="4762872" cy="390982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4260E86-9F7D-F4EE-E4FA-E2CF39F2D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487" y="2126729"/>
            <a:ext cx="474345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6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6F5AB-DD07-77FA-CC9B-1912D7156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5BD818E-535F-A4BF-0E01-7EB78280C3EF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6ACE036-D703-3CB4-02F9-478ACC31D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5FDEE07-679D-2FF1-3C2E-0DF1E001F8DB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B5DE1D-9CD2-2735-9DC3-0834179180F5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A5EA12F7-7E6A-8BB7-BED0-7E98846A194A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3F6B0CF-F93F-6339-588D-01E2C244C476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结构体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CA6859-AEE7-8DD9-34E7-EC78070D1401}"/>
              </a:ext>
            </a:extLst>
          </p:cNvPr>
          <p:cNvSpPr txBox="1"/>
          <p:nvPr/>
        </p:nvSpPr>
        <p:spPr>
          <a:xfrm>
            <a:off x="1172791" y="1379303"/>
            <a:ext cx="11233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结构体的书写位置：</a:t>
            </a:r>
            <a:endParaRPr lang="en-US" altLang="zh-CN" sz="3600" dirty="0">
              <a:latin typeface="+mj-ea"/>
              <a:ea typeface="+mj-ea"/>
            </a:endParaRPr>
          </a:p>
          <a:p>
            <a:r>
              <a:rPr lang="en-US" altLang="zh-CN" sz="3600" dirty="0">
                <a:latin typeface="+mj-ea"/>
                <a:ea typeface="+mj-ea"/>
              </a:rPr>
              <a:t>    </a:t>
            </a:r>
            <a:r>
              <a:rPr lang="zh-CN" altLang="en-US" sz="3600" dirty="0">
                <a:latin typeface="+mj-ea"/>
                <a:ea typeface="+mj-ea"/>
              </a:rPr>
              <a:t>函数里面：局部位置，只能在本函数中使用</a:t>
            </a:r>
            <a:endParaRPr lang="en-US" altLang="zh-CN" sz="3600" dirty="0">
              <a:latin typeface="+mj-ea"/>
              <a:ea typeface="+mj-ea"/>
            </a:endParaRPr>
          </a:p>
          <a:p>
            <a:r>
              <a:rPr lang="en-US" altLang="zh-CN" sz="3600" dirty="0">
                <a:latin typeface="+mj-ea"/>
                <a:ea typeface="+mj-ea"/>
              </a:rPr>
              <a:t>    </a:t>
            </a:r>
            <a:r>
              <a:rPr lang="zh-CN" altLang="en-US" sz="3600" dirty="0">
                <a:latin typeface="+mj-ea"/>
                <a:ea typeface="+mj-ea"/>
              </a:rPr>
              <a:t>函数外面：全局位置，在所有的函数中都可以使用</a:t>
            </a:r>
            <a:endParaRPr lang="en-US" altLang="zh-CN" sz="3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4708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3B31-D2A6-D753-19BD-592590614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D835988-F7B6-1F77-B477-62B4DF4B81DF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270AE0A-A7F4-CAE0-C69A-678243F9E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3C27B0B-9D51-3B18-2F15-84DA210A0E92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E1056D-0A69-AD30-1FA9-A92C0EDC2F88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8D393801-B8A9-FC88-7234-244C35831A93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28E3139-4D74-738B-EB7F-AF411B2ACF50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结构体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C37C374-9762-AD03-90C4-5DB0F5270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0903" y="1814811"/>
            <a:ext cx="5184576" cy="348657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4F63BE-2937-6075-6D62-1D39FD1180CC}"/>
              </a:ext>
            </a:extLst>
          </p:cNvPr>
          <p:cNvSpPr txBox="1"/>
          <p:nvPr/>
        </p:nvSpPr>
        <p:spPr>
          <a:xfrm>
            <a:off x="1532831" y="1171633"/>
            <a:ext cx="288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B0F0"/>
                </a:solidFill>
                <a:latin typeface="+mj-ea"/>
                <a:ea typeface="+mj-ea"/>
              </a:rPr>
              <a:t>代码演示：</a:t>
            </a:r>
          </a:p>
        </p:txBody>
      </p:sp>
    </p:spTree>
    <p:extLst>
      <p:ext uri="{BB962C8B-B14F-4D97-AF65-F5344CB8AC3E}">
        <p14:creationId xmlns:p14="http://schemas.microsoft.com/office/powerpoint/2010/main" val="58034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1BE0C-CB6D-B0C0-3F8F-609510AF5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E208762-C0B3-30A1-C814-9BFE9AE591AE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5C483CA-3A7C-C43B-8DFD-875AA4C3D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67C1501-970E-B752-A53C-3B02F8258D2B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1A82A2-A1D9-C762-5392-8E5FBE2F8A67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0E601EAA-D021-414A-4F44-A8E2A9397CCA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4360D80-7570-5409-45B5-AF45B1AC9835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结构体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FDEB90-33F4-A20F-6845-9E4DAC643B6E}"/>
              </a:ext>
            </a:extLst>
          </p:cNvPr>
          <p:cNvSpPr txBox="1"/>
          <p:nvPr/>
        </p:nvSpPr>
        <p:spPr>
          <a:xfrm>
            <a:off x="1532831" y="1171633"/>
            <a:ext cx="288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B0F0"/>
                </a:solidFill>
                <a:latin typeface="+mj-ea"/>
                <a:ea typeface="+mj-ea"/>
              </a:rPr>
              <a:t>代码演示：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FEA2D98-A9EB-1C42-5106-B456DBBD4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115" y="1775226"/>
            <a:ext cx="8280920" cy="426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1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FAE20-25E4-37AB-DFE7-3FBE8EC92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DF1CD36-D12A-3908-6BB0-2F681AD941C3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CCC6B2B-EE69-3FD3-E2B8-312EB9D85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D1B0FDA-5718-C409-A8A5-F7D853D96BD6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3D48AE-0C56-E0C3-F34A-7744044CC807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8341DCE0-83E7-018E-DE9C-927E033DF66A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D966D34-F2B7-E6FE-18F7-F013794C94E7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结构体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650EE9-353A-CFDF-065E-489943499F31}"/>
              </a:ext>
            </a:extLst>
          </p:cNvPr>
          <p:cNvSpPr txBox="1"/>
          <p:nvPr/>
        </p:nvSpPr>
        <p:spPr>
          <a:xfrm>
            <a:off x="1460823" y="1397405"/>
            <a:ext cx="10369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定义一个结构体表示学生</a:t>
            </a:r>
            <a:endParaRPr lang="en-US" altLang="zh-CN" sz="3200" dirty="0">
              <a:latin typeface="+mj-ea"/>
              <a:ea typeface="+mj-ea"/>
            </a:endParaRPr>
          </a:p>
          <a:p>
            <a:r>
              <a:rPr lang="zh-CN" altLang="en-US" sz="3200" dirty="0">
                <a:latin typeface="+mj-ea"/>
                <a:ea typeface="+mj-ea"/>
              </a:rPr>
              <a:t>学生的属性有：姓名、年龄</a:t>
            </a:r>
            <a:endParaRPr lang="en-US" altLang="zh-CN" sz="3200" dirty="0">
              <a:latin typeface="+mj-ea"/>
              <a:ea typeface="+mj-ea"/>
            </a:endParaRPr>
          </a:p>
          <a:p>
            <a:r>
              <a:rPr lang="zh-CN" altLang="en-US" sz="3200" dirty="0">
                <a:latin typeface="+mj-ea"/>
                <a:ea typeface="+mj-ea"/>
              </a:rPr>
              <a:t>要求：把三个学生信息放入到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数组</a:t>
            </a:r>
            <a:r>
              <a:rPr lang="zh-CN" altLang="en-US" sz="3200" dirty="0">
                <a:latin typeface="+mj-ea"/>
                <a:ea typeface="+mj-ea"/>
              </a:rPr>
              <a:t>当中，并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遍历</a:t>
            </a:r>
            <a:r>
              <a:rPr lang="zh-CN" altLang="en-US" sz="3200" dirty="0">
                <a:latin typeface="+mj-ea"/>
                <a:ea typeface="+mj-ea"/>
              </a:rPr>
              <a:t>数组。</a:t>
            </a:r>
          </a:p>
        </p:txBody>
      </p:sp>
    </p:spTree>
    <p:extLst>
      <p:ext uri="{BB962C8B-B14F-4D97-AF65-F5344CB8AC3E}">
        <p14:creationId xmlns:p14="http://schemas.microsoft.com/office/powerpoint/2010/main" val="321751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2842B-33E9-0C16-6582-408C0868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1608966-E4AB-3D9D-13E0-42BC5C5BA13A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052C27-08F1-D981-ABC6-06DDA0940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9FF2649-E693-D394-35A3-1720F0C3C94A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4906B0-CA0B-8F6C-B28B-5B29B0BD3E4D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016DA3AE-79E4-EA05-54F1-1FE6FF449C33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82D39C-F573-65F3-9746-F1BB744C7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799" y="741164"/>
            <a:ext cx="11037137" cy="579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25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7AF70-DAE8-BEDB-3B2A-F251CA46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2AA6195-A33B-852C-4122-A37128B7F8D5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C25F54-9C2E-6070-55F9-5EF4D919B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648004F-A185-B305-8E80-C2196445BA6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582170-0043-6375-59F6-FDA71334A9D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B602D3B1-9F39-7F56-CD6F-30E9C19B7E47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2692594-970E-A9A5-B34C-8B5247D7FD1D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结构体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起别名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4299C0D-D8F1-73B3-0ED8-7C40B1083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88" y="1475694"/>
            <a:ext cx="5119598" cy="360233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0763C9C-3304-B5BF-4723-AF07DB05A4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990" y="2376609"/>
            <a:ext cx="1619250" cy="42862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4A61CE5-9C06-1887-AEE7-AA455EC842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764" y="1475694"/>
            <a:ext cx="4330467" cy="360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01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3F89A-ABC5-F96A-BF66-46975F27E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749D93E-B340-A220-71E8-1ED72FA720F0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2D3F758-1F78-DAA7-0383-A11B62EC4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3DCD79C-58E4-101D-DF6D-C0D75FDF2BA0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4A45E7-5BED-D8EF-8C8B-9A7F6E18C369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9A1502F-DDF9-B225-5052-287023018239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6AFCDA5-8E72-C1D8-1DC7-BA82D5FA66EA}"/>
              </a:ext>
            </a:extLst>
          </p:cNvPr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结构体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起别名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7724DB-CF0E-209E-5886-456237734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023" y="1241021"/>
            <a:ext cx="596265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21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6" name="文本占位符 2">
            <a:extLst>
              <a:ext uri="{FF2B5EF4-FFF2-40B4-BE49-F238E27FC236}">
                <a16:creationId xmlns:a16="http://schemas.microsoft.com/office/drawing/2014/main" id="{354C2643-CB54-5E08-B609-BCC873DDA0DB}"/>
              </a:ext>
            </a:extLst>
          </p:cNvPr>
          <p:cNvSpPr>
            <a:spLocks noGrp="1"/>
          </p:cNvSpPr>
          <p:nvPr/>
        </p:nvSpPr>
        <p:spPr>
          <a:xfrm>
            <a:off x="4269135" y="2248173"/>
            <a:ext cx="4968552" cy="206321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结构体定义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练习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起别名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0955-F7CC-017D-8847-7F12828A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E642C5D-0E11-77B0-5686-30946C018A5D}"/>
              </a:ext>
            </a:extLst>
          </p:cNvPr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725C71-6E8C-D2A1-CB3B-54A17D87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55E6205-40B3-9832-5E50-848BA4CB611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0447C1-A1E3-8A97-CEBF-720766CA1809}"/>
              </a:ext>
            </a:extLst>
          </p:cNvPr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00B740DE-6B40-9680-D07F-35D5F0E1AC83}"/>
              </a:ext>
            </a:extLst>
          </p:cNvPr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3E1D41-D3CB-0C60-5F41-8EFC401547F5}"/>
              </a:ext>
            </a:extLst>
          </p:cNvPr>
          <p:cNvSpPr txBox="1"/>
          <p:nvPr/>
        </p:nvSpPr>
        <p:spPr>
          <a:xfrm>
            <a:off x="1100783" y="1672109"/>
            <a:ext cx="10945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+mj-ea"/>
                <a:ea typeface="+mj-ea"/>
              </a:rPr>
              <a:t>课堂案例自己写一遍</a:t>
            </a:r>
          </a:p>
        </p:txBody>
      </p:sp>
    </p:spTree>
    <p:extLst>
      <p:ext uri="{BB962C8B-B14F-4D97-AF65-F5344CB8AC3E}">
        <p14:creationId xmlns:p14="http://schemas.microsoft.com/office/powerpoint/2010/main" val="59786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567</Words>
  <Application>Microsoft Office PowerPoint</Application>
  <PresentationFormat>自定义</PresentationFormat>
  <Paragraphs>86</Paragraphs>
  <Slides>19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微软雅黑</vt:lpstr>
      <vt:lpstr>印品黑体</vt:lpstr>
      <vt:lpstr>字魂73号-江南手书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/>
  <cp:revision>653</cp:revision>
  <dcterms:created xsi:type="dcterms:W3CDTF">2024-04-10T13:53:55Z</dcterms:created>
  <dcterms:modified xsi:type="dcterms:W3CDTF">2024-12-23T09:59:06Z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FCA88555D3D44735BAA1F56722F3B997</vt:lpwstr>
  </property>
</Properties>
</file>