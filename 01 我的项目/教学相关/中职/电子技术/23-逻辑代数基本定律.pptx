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6"/>
  </p:notesMasterIdLst>
  <p:handoutMasterIdLst>
    <p:handoutMasterId r:id="rId12"/>
  </p:handoutMasterIdLst>
  <p:sldIdLst>
    <p:sldId id="3705" r:id="rId3"/>
    <p:sldId id="3701" r:id="rId4"/>
    <p:sldId id="3646" r:id="rId5"/>
    <p:sldId id="3752" r:id="rId7"/>
    <p:sldId id="3783" r:id="rId8"/>
    <p:sldId id="3712" r:id="rId9"/>
    <p:sldId id="3700" r:id="rId10"/>
    <p:sldId id="3702" r:id="rId11"/>
  </p:sldIdLst>
  <p:sldSz cx="12858750" cy="7232650"/>
  <p:notesSz cx="6858000" cy="9144000"/>
  <p:custDataLst>
    <p:tags r:id="rId17"/>
  </p:custDataLst>
  <p:defaultTex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640080" indent="-18288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1282700" indent="-3683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925955" indent="-554355"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2568575" indent="-739775"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8" userDrawn="1">
          <p15:clr>
            <a:srgbClr val="A4A3A4"/>
          </p15:clr>
        </p15:guide>
        <p15:guide id="2" orient="horz" pos="4128" userDrawn="1">
          <p15:clr>
            <a:srgbClr val="A4A3A4"/>
          </p15:clr>
        </p15:guide>
        <p15:guide id="3" pos="4115" userDrawn="1">
          <p15:clr>
            <a:srgbClr val="A4A3A4"/>
          </p15:clr>
        </p15:guide>
        <p15:guide id="4" pos="536" userDrawn="1">
          <p15:clr>
            <a:srgbClr val="A4A3A4"/>
          </p15:clr>
        </p15:guide>
        <p15:guide id="5" pos="7528" userDrawn="1">
          <p15:clr>
            <a:srgbClr val="A4A3A4"/>
          </p15:clr>
        </p15:guide>
        <p15:guide id="6" pos="685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113" clrIdx="1"/>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1542FF"/>
    <a:srgbClr val="02184F"/>
    <a:srgbClr val="B72DD9"/>
    <a:srgbClr val="EB07BE"/>
    <a:srgbClr val="9A12E0"/>
    <a:srgbClr val="FFC000"/>
    <a:srgbClr val="FFBF00"/>
    <a:srgbClr val="FFFFFF"/>
    <a:srgbClr val="066197"/>
    <a:srgbClr val="0C6AC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561" autoAdjust="0"/>
    <p:restoredTop sz="96366" autoAdjust="0"/>
  </p:normalViewPr>
  <p:slideViewPr>
    <p:cSldViewPr showGuides="1">
      <p:cViewPr varScale="1">
        <p:scale>
          <a:sx n="63" d="100"/>
          <a:sy n="63" d="100"/>
        </p:scale>
        <p:origin x="86" y="490"/>
      </p:cViewPr>
      <p:guideLst>
        <p:guide orient="horz" pos="218"/>
        <p:guide orient="horz" pos="4128"/>
        <p:guide pos="4115"/>
        <p:guide pos="536"/>
        <p:guide pos="7528"/>
        <p:guide pos="6856"/>
      </p:guideLst>
    </p:cSldViewPr>
  </p:slideViewPr>
  <p:outlineViewPr>
    <p:cViewPr>
      <p:scale>
        <a:sx n="100" d="100"/>
        <a:sy n="100" d="100"/>
      </p:scale>
      <p:origin x="0" y="-9972"/>
    </p:cViewPr>
  </p:outlineViewPr>
  <p:notesTextViewPr>
    <p:cViewPr>
      <p:scale>
        <a:sx n="1" d="1"/>
        <a:sy n="1" d="1"/>
      </p:scale>
      <p:origin x="0" y="0"/>
    </p:cViewPr>
  </p:notesTextViewPr>
  <p:sorterViewPr>
    <p:cViewPr>
      <p:scale>
        <a:sx n="33" d="100"/>
        <a:sy n="33" d="100"/>
      </p:scale>
      <p:origin x="0" y="0"/>
    </p:cViewPr>
  </p:sorterViewPr>
  <p:notesViewPr>
    <p:cSldViewPr>
      <p:cViewPr varScale="1">
        <p:scale>
          <a:sx n="87" d="100"/>
          <a:sy n="87" d="100"/>
        </p:scale>
        <p:origin x="3840" y="84"/>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gs" Target="tags/tag1.xml"/><Relationship Id="rId16" Type="http://schemas.openxmlformats.org/officeDocument/2006/relationships/commentAuthors" Target="commentAuthors.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handoutMaster" Target="handoutMasters/handoutMaster1.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latin typeface="印品黑体" panose="00000500000000000000" pitchFamily="2"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9630DBF-D010-4114-9DE3-41E342A27C18}" type="datetimeFigureOut">
              <a:rPr lang="zh-CN" altLang="en-US" smtClean="0">
                <a:latin typeface="印品黑体" panose="00000500000000000000" pitchFamily="2" charset="-122"/>
              </a:rPr>
            </a:fld>
            <a:endParaRPr lang="zh-CN" altLang="en-US" dirty="0">
              <a:latin typeface="印品黑体" panose="00000500000000000000" pitchFamily="2"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dirty="0">
              <a:latin typeface="印品黑体" panose="00000500000000000000" pitchFamily="2"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4D1D107-4CC9-43CA-8CA8-36E1DF70D5F2}" type="slidenum">
              <a:rPr lang="zh-CN" altLang="en-US" smtClean="0">
                <a:latin typeface="印品黑体" panose="00000500000000000000" pitchFamily="2" charset="-122"/>
              </a:rPr>
            </a:fld>
            <a:endParaRPr lang="zh-CN" altLang="en-US" dirty="0">
              <a:latin typeface="印品黑体" panose="00000500000000000000"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印品黑体" panose="00000500000000000000" pitchFamily="2" charset="-122"/>
              </a:defRPr>
            </a:lvl1pPr>
          </a:lstStyle>
          <a:p>
            <a:pPr>
              <a:defRPr/>
            </a:pPr>
            <a:endParaRPr lang="zh-CN" altLang="en-US" dirty="0"/>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印品黑体" panose="00000500000000000000" pitchFamily="2" charset="-122"/>
              </a:defRPr>
            </a:lvl1pPr>
          </a:lstStyle>
          <a:p>
            <a:pPr>
              <a:defRPr/>
            </a:pPr>
            <a:fld id="{06024D97-E667-405D-B634-E583E2108D71}" type="datetimeFigureOut">
              <a:rPr lang="zh-CN" altLang="en-US" smtClean="0"/>
            </a:fld>
            <a:endParaRPr lang="zh-CN" altLang="en-US" dirty="0"/>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dirty="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dirty="0"/>
              <a:t>单击此处编辑母版文本样式</a:t>
            </a:r>
            <a:endParaRPr lang="zh-CN" altLang="en-US" noProof="0" dirty="0"/>
          </a:p>
          <a:p>
            <a:pPr lvl="1"/>
            <a:r>
              <a:rPr lang="zh-CN" altLang="en-US" noProof="0" dirty="0"/>
              <a:t>第二级</a:t>
            </a:r>
            <a:endParaRPr lang="zh-CN" altLang="en-US" noProof="0" dirty="0"/>
          </a:p>
          <a:p>
            <a:pPr lvl="2"/>
            <a:r>
              <a:rPr lang="zh-CN" altLang="en-US" noProof="0" dirty="0"/>
              <a:t>第三级</a:t>
            </a:r>
            <a:endParaRPr lang="zh-CN" altLang="en-US" noProof="0" dirty="0"/>
          </a:p>
          <a:p>
            <a:pPr lvl="3"/>
            <a:r>
              <a:rPr lang="zh-CN" altLang="en-US" noProof="0" dirty="0"/>
              <a:t>第四级</a:t>
            </a:r>
            <a:endParaRPr lang="zh-CN" altLang="en-US" noProof="0" dirty="0"/>
          </a:p>
          <a:p>
            <a:pPr lvl="4"/>
            <a:r>
              <a:rPr lang="zh-CN" altLang="en-US" noProof="0" dirty="0"/>
              <a:t>第五级</a:t>
            </a:r>
            <a:endParaRPr lang="zh-CN" altLang="en-US" noProof="0" dirty="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印品黑体" panose="00000500000000000000" pitchFamily="2" charset="-122"/>
              </a:defRPr>
            </a:lvl1pPr>
          </a:lstStyle>
          <a:p>
            <a:pPr>
              <a:defRPr/>
            </a:pPr>
            <a:endParaRPr lang="zh-CN" altLang="en-US" dirty="0"/>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a:defRPr sz="1200">
                <a:latin typeface="印品黑体" panose="00000500000000000000" pitchFamily="2" charset="-122"/>
              </a:defRPr>
            </a:lvl1pPr>
          </a:lstStyle>
          <a:p>
            <a:fld id="{418F03C3-53C1-4F10-8DAF-D1F318E96C6E}" type="slidenum">
              <a:rPr lang="zh-CN" altLang="en-US" smtClean="0"/>
            </a:fld>
            <a:endParaRPr lang="zh-CN" alt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印品黑体" panose="00000500000000000000" pitchFamily="2" charset="-122"/>
        <a:ea typeface="+mn-ea"/>
        <a:cs typeface="+mn-cs"/>
      </a:defRPr>
    </a:lvl1pPr>
    <a:lvl2pPr marL="455930" algn="l" rtl="0" eaLnBrk="0" fontAlgn="base" hangingPunct="0">
      <a:spcBef>
        <a:spcPct val="30000"/>
      </a:spcBef>
      <a:spcAft>
        <a:spcPct val="0"/>
      </a:spcAft>
      <a:defRPr sz="1300" kern="1200">
        <a:solidFill>
          <a:schemeClr val="tx1"/>
        </a:solidFill>
        <a:latin typeface="印品黑体" panose="00000500000000000000" pitchFamily="2" charset="-122"/>
        <a:ea typeface="+mn-ea"/>
        <a:cs typeface="+mn-cs"/>
      </a:defRPr>
    </a:lvl2pPr>
    <a:lvl3pPr marL="913130" algn="l" rtl="0" eaLnBrk="0" fontAlgn="base" hangingPunct="0">
      <a:spcBef>
        <a:spcPct val="30000"/>
      </a:spcBef>
      <a:spcAft>
        <a:spcPct val="0"/>
      </a:spcAft>
      <a:defRPr sz="1300" kern="1200">
        <a:solidFill>
          <a:schemeClr val="tx1"/>
        </a:solidFill>
        <a:latin typeface="印品黑体" panose="00000500000000000000" pitchFamily="2" charset="-122"/>
        <a:ea typeface="+mn-ea"/>
        <a:cs typeface="+mn-cs"/>
      </a:defRPr>
    </a:lvl3pPr>
    <a:lvl4pPr marL="1370330" algn="l" rtl="0" eaLnBrk="0" fontAlgn="base" hangingPunct="0">
      <a:spcBef>
        <a:spcPct val="30000"/>
      </a:spcBef>
      <a:spcAft>
        <a:spcPct val="0"/>
      </a:spcAft>
      <a:defRPr sz="1300" kern="1200">
        <a:solidFill>
          <a:schemeClr val="tx1"/>
        </a:solidFill>
        <a:latin typeface="印品黑体" panose="00000500000000000000" pitchFamily="2" charset="-122"/>
        <a:ea typeface="+mn-ea"/>
        <a:cs typeface="+mn-cs"/>
      </a:defRPr>
    </a:lvl4pPr>
    <a:lvl5pPr marL="1827530" algn="l" rtl="0" eaLnBrk="0" fontAlgn="base" hangingPunct="0">
      <a:spcBef>
        <a:spcPct val="30000"/>
      </a:spcBef>
      <a:spcAft>
        <a:spcPct val="0"/>
      </a:spcAft>
      <a:defRPr sz="1300" kern="1200">
        <a:solidFill>
          <a:schemeClr val="tx1"/>
        </a:solidFill>
        <a:latin typeface="印品黑体" panose="00000500000000000000" pitchFamily="2" charset="-122"/>
        <a:ea typeface="+mn-ea"/>
        <a:cs typeface="+mn-cs"/>
      </a:defRPr>
    </a:lvl5pPr>
    <a:lvl6pPr marL="2285365" algn="l" defTabSz="914400" rtl="0" eaLnBrk="1" latinLnBrk="0" hangingPunct="1">
      <a:defRPr sz="1300" kern="1200">
        <a:solidFill>
          <a:schemeClr val="tx1"/>
        </a:solidFill>
        <a:latin typeface="+mn-lt"/>
        <a:ea typeface="+mn-ea"/>
        <a:cs typeface="+mn-cs"/>
      </a:defRPr>
    </a:lvl6pPr>
    <a:lvl7pPr marL="2742565" algn="l" defTabSz="914400" rtl="0" eaLnBrk="1" latinLnBrk="0" hangingPunct="1">
      <a:defRPr sz="1300" kern="1200">
        <a:solidFill>
          <a:schemeClr val="tx1"/>
        </a:solidFill>
        <a:latin typeface="+mn-lt"/>
        <a:ea typeface="+mn-ea"/>
        <a:cs typeface="+mn-cs"/>
      </a:defRPr>
    </a:lvl7pPr>
    <a:lvl8pPr marL="3199765" algn="l" defTabSz="914400" rtl="0" eaLnBrk="1" latinLnBrk="0" hangingPunct="1">
      <a:defRPr sz="1300" kern="1200">
        <a:solidFill>
          <a:schemeClr val="tx1"/>
        </a:solidFill>
        <a:latin typeface="+mn-lt"/>
        <a:ea typeface="+mn-ea"/>
        <a:cs typeface="+mn-cs"/>
      </a:defRPr>
    </a:lvl8pPr>
    <a:lvl9pPr marL="3656965" algn="l" defTabSz="914400"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18F03C3-53C1-4F10-8DAF-D1F318E96C6E}" type="slidenum">
              <a:rPr lang="zh-CN" altLang="en-US" smtClean="0"/>
            </a:fld>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18F03C3-53C1-4F10-8DAF-D1F318E96C6E}" type="slidenum">
              <a:rPr lang="zh-CN" altLang="en-US" smtClean="0"/>
            </a:fld>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18F03C3-53C1-4F10-8DAF-D1F318E96C6E}" type="slidenum">
              <a:rPr lang="zh-CN" altLang="en-US" smtClean="0"/>
            </a:fld>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18F03C3-53C1-4F10-8DAF-D1F318E96C6E}" type="slidenum">
              <a:rPr lang="zh-CN" altLang="en-US" smtClean="0"/>
            </a:fld>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32BF82D2-7A68-459D-A996-9BDDA2518FA4}"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E01EE5D-26FB-46D5-A381-ECFB35BF1D34}" type="slidenum">
              <a:rPr lang="zh-CN" altLang="en-US" smtClean="0"/>
            </a:fld>
            <a:endParaRPr lang="zh-CN" altLang="en-US"/>
          </a:p>
        </p:txBody>
      </p:sp>
      <p:pic>
        <p:nvPicPr>
          <p:cNvPr id="9" name="图片 8"/>
          <p:cNvPicPr>
            <a:picLocks noChangeAspect="1"/>
          </p:cNvPicPr>
          <p:nvPr userDrawn="1"/>
        </p:nvPicPr>
        <p:blipFill>
          <a:blip r:embed="rId2"/>
          <a:stretch>
            <a:fillRect/>
          </a:stretch>
        </p:blipFill>
        <p:spPr>
          <a:xfrm>
            <a:off x="9525" y="635"/>
            <a:ext cx="12849225" cy="723201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32BF82D2-7A68-459D-A996-9BDDA2518FA4}" type="datetimeFigureOut">
              <a:rPr lang="zh-CN" altLang="en-US" smtClean="0"/>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3E01EE5D-26FB-46D5-A381-ECFB35BF1D34}" type="slidenum">
              <a:rPr lang="zh-CN" altLang="en-US" smtClean="0"/>
            </a:fld>
            <a:endParaRPr lang="zh-CN" altLang="en-US" dirty="0"/>
          </a:p>
        </p:txBody>
      </p:sp>
      <p:pic>
        <p:nvPicPr>
          <p:cNvPr id="7" name="图片 6"/>
          <p:cNvPicPr>
            <a:picLocks noChangeAspect="1"/>
          </p:cNvPicPr>
          <p:nvPr userDrawn="1"/>
        </p:nvPicPr>
        <p:blipFill>
          <a:blip r:embed="rId2"/>
          <a:stretch>
            <a:fillRect/>
          </a:stretch>
        </p:blipFill>
        <p:spPr>
          <a:xfrm>
            <a:off x="0" y="1270"/>
            <a:ext cx="12858750" cy="7231380"/>
          </a:xfrm>
          <a:prstGeom prst="rect">
            <a:avLst/>
          </a:prstGeom>
        </p:spPr>
      </p:pic>
      <p:pic>
        <p:nvPicPr>
          <p:cNvPr id="8" name="图片 7"/>
          <p:cNvPicPr>
            <a:picLocks noChangeAspect="1"/>
          </p:cNvPicPr>
          <p:nvPr userDrawn="1"/>
        </p:nvPicPr>
        <p:blipFill>
          <a:blip r:embed="rId3"/>
          <a:stretch>
            <a:fillRect/>
          </a:stretch>
        </p:blipFill>
        <p:spPr>
          <a:xfrm>
            <a:off x="1172791" y="4984477"/>
            <a:ext cx="3161905" cy="619048"/>
          </a:xfrm>
          <a:prstGeom prst="rect">
            <a:avLst/>
          </a:prstGeom>
        </p:spPr>
      </p:pic>
      <p:pic>
        <p:nvPicPr>
          <p:cNvPr id="10" name="图片 9"/>
          <p:cNvPicPr>
            <a:picLocks noChangeAspect="1"/>
          </p:cNvPicPr>
          <p:nvPr userDrawn="1"/>
        </p:nvPicPr>
        <p:blipFill>
          <a:blip r:embed="rId3"/>
          <a:stretch>
            <a:fillRect/>
          </a:stretch>
        </p:blipFill>
        <p:spPr>
          <a:xfrm>
            <a:off x="4125119" y="4804672"/>
            <a:ext cx="3161905" cy="619048"/>
          </a:xfrm>
          <a:prstGeom prst="rect">
            <a:avLst/>
          </a:prstGeom>
        </p:spPr>
      </p:pic>
      <p:pic>
        <p:nvPicPr>
          <p:cNvPr id="12" name="图片 11"/>
          <p:cNvPicPr>
            <a:picLocks noChangeAspect="1"/>
          </p:cNvPicPr>
          <p:nvPr userDrawn="1"/>
        </p:nvPicPr>
        <p:blipFill>
          <a:blip r:embed="rId3"/>
          <a:stretch>
            <a:fillRect/>
          </a:stretch>
        </p:blipFill>
        <p:spPr>
          <a:xfrm>
            <a:off x="4917207" y="5282442"/>
            <a:ext cx="3161905" cy="619048"/>
          </a:xfrm>
          <a:prstGeom prst="rect">
            <a:avLst/>
          </a:prstGeom>
        </p:spPr>
      </p:pic>
      <p:pic>
        <p:nvPicPr>
          <p:cNvPr id="14" name="图片 13"/>
          <p:cNvPicPr>
            <a:picLocks noChangeAspect="1"/>
          </p:cNvPicPr>
          <p:nvPr userDrawn="1"/>
        </p:nvPicPr>
        <p:blipFill>
          <a:blip r:embed="rId3"/>
          <a:stretch>
            <a:fillRect/>
          </a:stretch>
        </p:blipFill>
        <p:spPr>
          <a:xfrm>
            <a:off x="6288582" y="4804672"/>
            <a:ext cx="3161905" cy="619048"/>
          </a:xfrm>
          <a:prstGeom prst="rect">
            <a:avLst/>
          </a:prstGeom>
        </p:spPr>
      </p:pic>
      <p:pic>
        <p:nvPicPr>
          <p:cNvPr id="16" name="图片 15"/>
          <p:cNvPicPr>
            <a:picLocks noChangeAspect="1"/>
          </p:cNvPicPr>
          <p:nvPr userDrawn="1"/>
        </p:nvPicPr>
        <p:blipFill>
          <a:blip r:embed="rId3"/>
          <a:stretch>
            <a:fillRect/>
          </a:stretch>
        </p:blipFill>
        <p:spPr>
          <a:xfrm>
            <a:off x="6621338" y="5337044"/>
            <a:ext cx="3161905" cy="619048"/>
          </a:xfrm>
          <a:prstGeom prst="rect">
            <a:avLst/>
          </a:prstGeom>
        </p:spPr>
      </p:pic>
      <p:pic>
        <p:nvPicPr>
          <p:cNvPr id="18" name="图片 17"/>
          <p:cNvPicPr>
            <a:picLocks noChangeAspect="1"/>
          </p:cNvPicPr>
          <p:nvPr userDrawn="1"/>
        </p:nvPicPr>
        <p:blipFill>
          <a:blip r:embed="rId3"/>
          <a:stretch>
            <a:fillRect/>
          </a:stretch>
        </p:blipFill>
        <p:spPr>
          <a:xfrm>
            <a:off x="8991155" y="4781605"/>
            <a:ext cx="3161905" cy="619048"/>
          </a:xfrm>
          <a:prstGeom prst="rect">
            <a:avLst/>
          </a:prstGeom>
        </p:spPr>
      </p:pic>
      <p:pic>
        <p:nvPicPr>
          <p:cNvPr id="20" name="图片 19"/>
          <p:cNvPicPr>
            <a:picLocks noChangeAspect="1"/>
          </p:cNvPicPr>
          <p:nvPr userDrawn="1"/>
        </p:nvPicPr>
        <p:blipFill>
          <a:blip r:embed="rId3"/>
          <a:stretch>
            <a:fillRect/>
          </a:stretch>
        </p:blipFill>
        <p:spPr>
          <a:xfrm>
            <a:off x="9220821" y="5346680"/>
            <a:ext cx="3161905" cy="619048"/>
          </a:xfrm>
          <a:prstGeom prst="rect">
            <a:avLst/>
          </a:prstGeom>
        </p:spPr>
      </p:pic>
      <p:pic>
        <p:nvPicPr>
          <p:cNvPr id="22" name="图片 21"/>
          <p:cNvPicPr>
            <a:picLocks noChangeAspect="1"/>
          </p:cNvPicPr>
          <p:nvPr userDrawn="1"/>
        </p:nvPicPr>
        <p:blipFill>
          <a:blip r:embed="rId3"/>
          <a:stretch>
            <a:fillRect/>
          </a:stretch>
        </p:blipFill>
        <p:spPr>
          <a:xfrm>
            <a:off x="5612692" y="4781605"/>
            <a:ext cx="3161905" cy="619048"/>
          </a:xfrm>
          <a:prstGeom prst="rect">
            <a:avLst/>
          </a:prstGeom>
        </p:spPr>
      </p:pic>
      <p:pic>
        <p:nvPicPr>
          <p:cNvPr id="24" name="图片 23"/>
          <p:cNvPicPr>
            <a:picLocks noChangeAspect="1"/>
          </p:cNvPicPr>
          <p:nvPr userDrawn="1"/>
        </p:nvPicPr>
        <p:blipFill>
          <a:blip r:embed="rId3"/>
          <a:stretch>
            <a:fillRect/>
          </a:stretch>
        </p:blipFill>
        <p:spPr>
          <a:xfrm>
            <a:off x="6288582" y="1366761"/>
            <a:ext cx="3161905" cy="619048"/>
          </a:xfrm>
          <a:prstGeom prst="rect">
            <a:avLst/>
          </a:prstGeom>
        </p:spPr>
      </p:pic>
      <p:pic>
        <p:nvPicPr>
          <p:cNvPr id="26" name="图片 25"/>
          <p:cNvPicPr>
            <a:picLocks noChangeAspect="1"/>
          </p:cNvPicPr>
          <p:nvPr userDrawn="1"/>
        </p:nvPicPr>
        <p:blipFill>
          <a:blip r:embed="rId3"/>
          <a:stretch>
            <a:fillRect/>
          </a:stretch>
        </p:blipFill>
        <p:spPr>
          <a:xfrm>
            <a:off x="9275773" y="1359987"/>
            <a:ext cx="3161905" cy="619048"/>
          </a:xfrm>
          <a:prstGeom prst="rect">
            <a:avLst/>
          </a:prstGeom>
        </p:spPr>
      </p:pic>
      <p:pic>
        <p:nvPicPr>
          <p:cNvPr id="28" name="图片 27"/>
          <p:cNvPicPr>
            <a:picLocks noChangeAspect="1"/>
          </p:cNvPicPr>
          <p:nvPr userDrawn="1"/>
        </p:nvPicPr>
        <p:blipFill>
          <a:blip r:embed="rId3"/>
          <a:stretch>
            <a:fillRect/>
          </a:stretch>
        </p:blipFill>
        <p:spPr>
          <a:xfrm>
            <a:off x="884039" y="1359987"/>
            <a:ext cx="1580953" cy="619048"/>
          </a:xfrm>
          <a:prstGeom prst="rect">
            <a:avLst/>
          </a:prstGeom>
        </p:spPr>
      </p:pic>
      <p:pic>
        <p:nvPicPr>
          <p:cNvPr id="30" name="图片 29"/>
          <p:cNvPicPr>
            <a:picLocks noChangeAspect="1"/>
          </p:cNvPicPr>
          <p:nvPr userDrawn="1"/>
        </p:nvPicPr>
        <p:blipFill>
          <a:blip r:embed="rId3"/>
          <a:stretch>
            <a:fillRect/>
          </a:stretch>
        </p:blipFill>
        <p:spPr>
          <a:xfrm>
            <a:off x="1143501" y="4781605"/>
            <a:ext cx="764270" cy="619048"/>
          </a:xfrm>
          <a:prstGeom prst="rect">
            <a:avLst/>
          </a:prstGeom>
        </p:spPr>
      </p:pic>
      <p:pic>
        <p:nvPicPr>
          <p:cNvPr id="32" name="图片 31"/>
          <p:cNvPicPr>
            <a:picLocks noChangeAspect="1"/>
          </p:cNvPicPr>
          <p:nvPr userDrawn="1"/>
        </p:nvPicPr>
        <p:blipFill>
          <a:blip r:embed="rId3"/>
          <a:stretch>
            <a:fillRect/>
          </a:stretch>
        </p:blipFill>
        <p:spPr>
          <a:xfrm>
            <a:off x="4259461" y="1262924"/>
            <a:ext cx="860873" cy="619048"/>
          </a:xfrm>
          <a:prstGeom prst="rect">
            <a:avLst/>
          </a:prstGeom>
        </p:spPr>
      </p:pic>
      <p:pic>
        <p:nvPicPr>
          <p:cNvPr id="34" name="图片 33"/>
          <p:cNvPicPr>
            <a:picLocks noChangeAspect="1"/>
          </p:cNvPicPr>
          <p:nvPr userDrawn="1"/>
        </p:nvPicPr>
        <p:blipFill>
          <a:blip r:embed="rId3"/>
          <a:stretch>
            <a:fillRect/>
          </a:stretch>
        </p:blipFill>
        <p:spPr>
          <a:xfrm>
            <a:off x="4560390" y="1354452"/>
            <a:ext cx="356817" cy="61904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2_标题幻灯片">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a:stretch>
            <a:fillRect/>
          </a:stretch>
        </p:blipFill>
        <p:spPr>
          <a:xfrm>
            <a:off x="0" y="1017"/>
            <a:ext cx="12858750" cy="7285355"/>
          </a:xfrm>
          <a:prstGeom prst="rect">
            <a:avLst/>
          </a:prstGeom>
        </p:spPr>
      </p:pic>
      <p:pic>
        <p:nvPicPr>
          <p:cNvPr id="3" name="图片 2"/>
          <p:cNvPicPr>
            <a:picLocks noChangeAspect="1"/>
          </p:cNvPicPr>
          <p:nvPr userDrawn="1"/>
        </p:nvPicPr>
        <p:blipFill>
          <a:blip r:embed="rId3"/>
          <a:stretch>
            <a:fillRect/>
          </a:stretch>
        </p:blipFill>
        <p:spPr>
          <a:xfrm>
            <a:off x="1172791" y="1528093"/>
            <a:ext cx="2857143" cy="1419048"/>
          </a:xfrm>
          <a:prstGeom prst="rect">
            <a:avLst/>
          </a:prstGeom>
        </p:spPr>
      </p:pic>
      <p:pic>
        <p:nvPicPr>
          <p:cNvPr id="6" name="图片 5"/>
          <p:cNvPicPr>
            <a:picLocks noChangeAspect="1"/>
          </p:cNvPicPr>
          <p:nvPr userDrawn="1"/>
        </p:nvPicPr>
        <p:blipFill>
          <a:blip r:embed="rId3"/>
          <a:stretch>
            <a:fillRect/>
          </a:stretch>
        </p:blipFill>
        <p:spPr>
          <a:xfrm>
            <a:off x="3477047" y="1518648"/>
            <a:ext cx="2857143" cy="1419048"/>
          </a:xfrm>
          <a:prstGeom prst="rect">
            <a:avLst/>
          </a:prstGeom>
        </p:spPr>
      </p:pic>
      <p:pic>
        <p:nvPicPr>
          <p:cNvPr id="8" name="图片 7"/>
          <p:cNvPicPr>
            <a:picLocks noChangeAspect="1"/>
          </p:cNvPicPr>
          <p:nvPr userDrawn="1"/>
        </p:nvPicPr>
        <p:blipFill>
          <a:blip r:embed="rId3"/>
          <a:stretch>
            <a:fillRect/>
          </a:stretch>
        </p:blipFill>
        <p:spPr>
          <a:xfrm>
            <a:off x="6509175" y="1528093"/>
            <a:ext cx="2857143" cy="1419048"/>
          </a:xfrm>
          <a:prstGeom prst="rect">
            <a:avLst/>
          </a:prstGeom>
        </p:spPr>
      </p:pic>
      <p:pic>
        <p:nvPicPr>
          <p:cNvPr id="10" name="图片 9"/>
          <p:cNvPicPr>
            <a:picLocks noChangeAspect="1"/>
          </p:cNvPicPr>
          <p:nvPr userDrawn="1"/>
        </p:nvPicPr>
        <p:blipFill>
          <a:blip r:embed="rId3"/>
          <a:stretch>
            <a:fillRect/>
          </a:stretch>
        </p:blipFill>
        <p:spPr>
          <a:xfrm>
            <a:off x="9165679" y="1600101"/>
            <a:ext cx="2857143" cy="1419048"/>
          </a:xfrm>
          <a:prstGeom prst="rect">
            <a:avLst/>
          </a:prstGeom>
        </p:spPr>
      </p:pic>
      <p:pic>
        <p:nvPicPr>
          <p:cNvPr id="12" name="图片 11"/>
          <p:cNvPicPr>
            <a:picLocks noChangeAspect="1"/>
          </p:cNvPicPr>
          <p:nvPr userDrawn="1"/>
        </p:nvPicPr>
        <p:blipFill>
          <a:blip r:embed="rId3"/>
          <a:stretch>
            <a:fillRect/>
          </a:stretch>
        </p:blipFill>
        <p:spPr>
          <a:xfrm>
            <a:off x="812751" y="4624437"/>
            <a:ext cx="2857143" cy="1419048"/>
          </a:xfrm>
          <a:prstGeom prst="rect">
            <a:avLst/>
          </a:prstGeom>
        </p:spPr>
      </p:pic>
      <p:pic>
        <p:nvPicPr>
          <p:cNvPr id="14" name="图片 13"/>
          <p:cNvPicPr>
            <a:picLocks noChangeAspect="1"/>
          </p:cNvPicPr>
          <p:nvPr userDrawn="1"/>
        </p:nvPicPr>
        <p:blipFill>
          <a:blip r:embed="rId3"/>
          <a:stretch>
            <a:fillRect/>
          </a:stretch>
        </p:blipFill>
        <p:spPr>
          <a:xfrm>
            <a:off x="4269135" y="4407232"/>
            <a:ext cx="2857143" cy="1419048"/>
          </a:xfrm>
          <a:prstGeom prst="rect">
            <a:avLst/>
          </a:prstGeom>
        </p:spPr>
      </p:pic>
      <p:pic>
        <p:nvPicPr>
          <p:cNvPr id="16" name="图片 15"/>
          <p:cNvPicPr>
            <a:picLocks noChangeAspect="1"/>
          </p:cNvPicPr>
          <p:nvPr userDrawn="1"/>
        </p:nvPicPr>
        <p:blipFill>
          <a:blip r:embed="rId3"/>
          <a:stretch>
            <a:fillRect/>
          </a:stretch>
        </p:blipFill>
        <p:spPr>
          <a:xfrm>
            <a:off x="6296947" y="4416677"/>
            <a:ext cx="2857143" cy="1419048"/>
          </a:xfrm>
          <a:prstGeom prst="rect">
            <a:avLst/>
          </a:prstGeom>
        </p:spPr>
      </p:pic>
      <p:pic>
        <p:nvPicPr>
          <p:cNvPr id="18" name="图片 17"/>
          <p:cNvPicPr>
            <a:picLocks noChangeAspect="1"/>
          </p:cNvPicPr>
          <p:nvPr userDrawn="1"/>
        </p:nvPicPr>
        <p:blipFill>
          <a:blip r:embed="rId3"/>
          <a:stretch>
            <a:fillRect/>
          </a:stretch>
        </p:blipFill>
        <p:spPr>
          <a:xfrm>
            <a:off x="9237687" y="4474217"/>
            <a:ext cx="2857143" cy="141904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Click="0" advTm="2000"/>
    </mc:Choice>
    <mc:Fallback>
      <p:transition spd="slow" advClick="0" advTm="2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5" name="箭头: V 形 3"/>
          <p:cNvSpPr/>
          <p:nvPr userDrawn="1"/>
        </p:nvSpPr>
        <p:spPr>
          <a:xfrm>
            <a:off x="435610" y="224155"/>
            <a:ext cx="405130" cy="405130"/>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tx1"/>
              </a:solidFill>
            </a:endParaRPr>
          </a:p>
        </p:txBody>
      </p:sp>
      <p:sp>
        <p:nvSpPr>
          <p:cNvPr id="76" name="等腰三角形 75"/>
          <p:cNvSpPr/>
          <p:nvPr userDrawn="1"/>
        </p:nvSpPr>
        <p:spPr>
          <a:xfrm rot="5400000">
            <a:off x="-146685" y="156845"/>
            <a:ext cx="852805" cy="540385"/>
          </a:xfrm>
          <a:prstGeom prst="triangle">
            <a:avLst/>
          </a:prstGeom>
          <a:solidFill>
            <a:srgbClr val="0767A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nvGrpSpPr>
          <p:cNvPr id="13" name="组合 12"/>
          <p:cNvGrpSpPr/>
          <p:nvPr userDrawn="1"/>
        </p:nvGrpSpPr>
        <p:grpSpPr>
          <a:xfrm>
            <a:off x="16656" y="5177155"/>
            <a:ext cx="752744" cy="2098793"/>
            <a:chOff x="13891297" y="2075351"/>
            <a:chExt cx="1066248" cy="2972900"/>
          </a:xfrm>
        </p:grpSpPr>
        <p:sp>
          <p:nvSpPr>
            <p:cNvPr id="14" name="椭圆 13"/>
            <p:cNvSpPr/>
            <p:nvPr/>
          </p:nvSpPr>
          <p:spPr>
            <a:xfrm>
              <a:off x="13891297" y="2075351"/>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14142396" y="2075351"/>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14393495" y="2075351"/>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14644594" y="2075351"/>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14895693" y="2075351"/>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13891297" y="2317938"/>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14142396" y="2317938"/>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14393495" y="2317938"/>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14644594" y="2317938"/>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a:off x="14895693" y="2317938"/>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13891297" y="2560526"/>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14142396" y="2560526"/>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nvSpPr>
          <p:spPr>
            <a:xfrm>
              <a:off x="14393495" y="2560526"/>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nvSpPr>
          <p:spPr>
            <a:xfrm>
              <a:off x="14644594" y="2560526"/>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nvSpPr>
          <p:spPr>
            <a:xfrm>
              <a:off x="14895693" y="2560526"/>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nvSpPr>
          <p:spPr>
            <a:xfrm>
              <a:off x="13891297" y="2803113"/>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14142396" y="2803113"/>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14393495" y="2803113"/>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a:off x="14644594" y="2803113"/>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p:nvPr/>
          </p:nvSpPr>
          <p:spPr>
            <a:xfrm>
              <a:off x="14895693" y="2803113"/>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13891297" y="3045700"/>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14142396" y="3045700"/>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p:cNvSpPr/>
            <p:nvPr/>
          </p:nvSpPr>
          <p:spPr>
            <a:xfrm>
              <a:off x="14393495" y="3045700"/>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a:off x="14644594" y="3045700"/>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a:xfrm>
              <a:off x="14895693" y="3045700"/>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p:cNvSpPr/>
            <p:nvPr/>
          </p:nvSpPr>
          <p:spPr>
            <a:xfrm>
              <a:off x="13891297" y="3288288"/>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p:cNvSpPr/>
            <p:nvPr/>
          </p:nvSpPr>
          <p:spPr>
            <a:xfrm>
              <a:off x="14142396" y="3288288"/>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nvSpPr>
          <p:spPr>
            <a:xfrm>
              <a:off x="14393495" y="3288288"/>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nvSpPr>
          <p:spPr>
            <a:xfrm>
              <a:off x="14644594" y="3288288"/>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p:cNvSpPr/>
            <p:nvPr/>
          </p:nvSpPr>
          <p:spPr>
            <a:xfrm>
              <a:off x="14895693" y="3288288"/>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13891297" y="3530875"/>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14142396" y="3530875"/>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nvSpPr>
          <p:spPr>
            <a:xfrm>
              <a:off x="14393495" y="3530875"/>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14644594" y="3530875"/>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14895693" y="3530875"/>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13891297" y="3773462"/>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14142396" y="3773462"/>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14393495" y="3773462"/>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14644594" y="3773462"/>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14895693" y="3773462"/>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13891297" y="4016050"/>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14142396" y="4016050"/>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14393495" y="4016050"/>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p:nvSpPr>
          <p:spPr>
            <a:xfrm>
              <a:off x="14644594" y="4016050"/>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p:nvSpPr>
          <p:spPr>
            <a:xfrm>
              <a:off x="14895693" y="4016050"/>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13891297" y="4258637"/>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14142396" y="4258637"/>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椭圆 60"/>
            <p:cNvSpPr/>
            <p:nvPr/>
          </p:nvSpPr>
          <p:spPr>
            <a:xfrm>
              <a:off x="14393495" y="4258637"/>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椭圆 61"/>
            <p:cNvSpPr/>
            <p:nvPr/>
          </p:nvSpPr>
          <p:spPr>
            <a:xfrm>
              <a:off x="14644594" y="4258637"/>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椭圆 62"/>
            <p:cNvSpPr/>
            <p:nvPr/>
          </p:nvSpPr>
          <p:spPr>
            <a:xfrm>
              <a:off x="14895693" y="4258637"/>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椭圆 63"/>
            <p:cNvSpPr/>
            <p:nvPr/>
          </p:nvSpPr>
          <p:spPr>
            <a:xfrm>
              <a:off x="13891297" y="4501224"/>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椭圆 64"/>
            <p:cNvSpPr/>
            <p:nvPr/>
          </p:nvSpPr>
          <p:spPr>
            <a:xfrm>
              <a:off x="14142396" y="4501224"/>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p:cNvSpPr/>
            <p:nvPr/>
          </p:nvSpPr>
          <p:spPr>
            <a:xfrm>
              <a:off x="14393495" y="4501224"/>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nvSpPr>
          <p:spPr>
            <a:xfrm>
              <a:off x="14644594" y="4501224"/>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椭圆 67"/>
            <p:cNvSpPr/>
            <p:nvPr/>
          </p:nvSpPr>
          <p:spPr>
            <a:xfrm>
              <a:off x="14895693" y="4501224"/>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椭圆 68"/>
            <p:cNvSpPr/>
            <p:nvPr/>
          </p:nvSpPr>
          <p:spPr>
            <a:xfrm>
              <a:off x="13891297" y="4743811"/>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椭圆 69"/>
            <p:cNvSpPr/>
            <p:nvPr/>
          </p:nvSpPr>
          <p:spPr>
            <a:xfrm>
              <a:off x="14142396" y="4743811"/>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p:cNvSpPr/>
            <p:nvPr/>
          </p:nvSpPr>
          <p:spPr>
            <a:xfrm>
              <a:off x="14393495" y="4743811"/>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p:cNvSpPr/>
            <p:nvPr/>
          </p:nvSpPr>
          <p:spPr>
            <a:xfrm>
              <a:off x="14644594" y="4743811"/>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nvSpPr>
          <p:spPr>
            <a:xfrm>
              <a:off x="14895693" y="4743811"/>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nvSpPr>
          <p:spPr>
            <a:xfrm>
              <a:off x="13891297" y="4986399"/>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p:nvSpPr>
          <p:spPr>
            <a:xfrm>
              <a:off x="14142396" y="4986399"/>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p:cNvSpPr/>
            <p:nvPr/>
          </p:nvSpPr>
          <p:spPr>
            <a:xfrm>
              <a:off x="14393495" y="4986399"/>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p:cNvSpPr/>
            <p:nvPr/>
          </p:nvSpPr>
          <p:spPr>
            <a:xfrm>
              <a:off x="14644594" y="4986399"/>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p:cNvSpPr/>
            <p:nvPr/>
          </p:nvSpPr>
          <p:spPr>
            <a:xfrm>
              <a:off x="14895693" y="4986399"/>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5" name="矩形 134"/>
          <p:cNvSpPr/>
          <p:nvPr userDrawn="1"/>
        </p:nvSpPr>
        <p:spPr>
          <a:xfrm>
            <a:off x="635" y="7160260"/>
            <a:ext cx="12858750" cy="87630"/>
          </a:xfrm>
          <a:prstGeom prst="rect">
            <a:avLst/>
          </a:prstGeom>
          <a:solidFill>
            <a:srgbClr val="0767A3"/>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descr="图片2"/>
          <p:cNvPicPr>
            <a:picLocks noChangeAspect="1"/>
          </p:cNvPicPr>
          <p:nvPr userDrawn="1"/>
        </p:nvPicPr>
        <p:blipFill>
          <a:blip r:embed="rId2"/>
          <a:stretch>
            <a:fillRect/>
          </a:stretch>
        </p:blipFill>
        <p:spPr>
          <a:xfrm>
            <a:off x="1133475" y="1461770"/>
            <a:ext cx="1497330" cy="1257935"/>
          </a:xfrm>
          <a:prstGeom prst="rect">
            <a:avLst/>
          </a:prstGeom>
        </p:spPr>
      </p:pic>
      <p:pic>
        <p:nvPicPr>
          <p:cNvPr id="77" name="图片 76" descr="图片2"/>
          <p:cNvPicPr>
            <a:picLocks noChangeAspect="1"/>
          </p:cNvPicPr>
          <p:nvPr userDrawn="1"/>
        </p:nvPicPr>
        <p:blipFill>
          <a:blip r:embed="rId2"/>
          <a:stretch>
            <a:fillRect/>
          </a:stretch>
        </p:blipFill>
        <p:spPr>
          <a:xfrm>
            <a:off x="6673215" y="1393190"/>
            <a:ext cx="1497330" cy="1257935"/>
          </a:xfrm>
          <a:prstGeom prst="rect">
            <a:avLst/>
          </a:prstGeom>
        </p:spPr>
      </p:pic>
      <p:pic>
        <p:nvPicPr>
          <p:cNvPr id="78" name="图片 77" descr="图片2"/>
          <p:cNvPicPr>
            <a:picLocks noChangeAspect="1"/>
          </p:cNvPicPr>
          <p:nvPr userDrawn="1"/>
        </p:nvPicPr>
        <p:blipFill>
          <a:blip r:embed="rId2"/>
          <a:stretch>
            <a:fillRect/>
          </a:stretch>
        </p:blipFill>
        <p:spPr>
          <a:xfrm>
            <a:off x="3966845" y="1461770"/>
            <a:ext cx="1497330" cy="1257935"/>
          </a:xfrm>
          <a:prstGeom prst="rect">
            <a:avLst/>
          </a:prstGeom>
        </p:spPr>
      </p:pic>
      <p:pic>
        <p:nvPicPr>
          <p:cNvPr id="79" name="图片 78" descr="图片2"/>
          <p:cNvPicPr>
            <a:picLocks noChangeAspect="1"/>
          </p:cNvPicPr>
          <p:nvPr userDrawn="1"/>
        </p:nvPicPr>
        <p:blipFill>
          <a:blip r:embed="rId2"/>
          <a:stretch>
            <a:fillRect/>
          </a:stretch>
        </p:blipFill>
        <p:spPr>
          <a:xfrm>
            <a:off x="10066020" y="1290955"/>
            <a:ext cx="1497330" cy="1257935"/>
          </a:xfrm>
          <a:prstGeom prst="rect">
            <a:avLst/>
          </a:prstGeom>
        </p:spPr>
      </p:pic>
      <p:pic>
        <p:nvPicPr>
          <p:cNvPr id="80" name="图片 79" descr="图片2"/>
          <p:cNvPicPr>
            <a:picLocks noChangeAspect="1"/>
          </p:cNvPicPr>
          <p:nvPr userDrawn="1"/>
        </p:nvPicPr>
        <p:blipFill>
          <a:blip r:embed="rId2"/>
          <a:stretch>
            <a:fillRect/>
          </a:stretch>
        </p:blipFill>
        <p:spPr>
          <a:xfrm>
            <a:off x="1371600" y="4476750"/>
            <a:ext cx="1497330" cy="1257935"/>
          </a:xfrm>
          <a:prstGeom prst="rect">
            <a:avLst/>
          </a:prstGeom>
        </p:spPr>
      </p:pic>
      <p:pic>
        <p:nvPicPr>
          <p:cNvPr id="85" name="图片 84" descr="图片2"/>
          <p:cNvPicPr>
            <a:picLocks noChangeAspect="1"/>
          </p:cNvPicPr>
          <p:nvPr userDrawn="1"/>
        </p:nvPicPr>
        <p:blipFill>
          <a:blip r:embed="rId2"/>
          <a:stretch>
            <a:fillRect/>
          </a:stretch>
        </p:blipFill>
        <p:spPr>
          <a:xfrm>
            <a:off x="6812280" y="4305300"/>
            <a:ext cx="1497330" cy="1257935"/>
          </a:xfrm>
          <a:prstGeom prst="rect">
            <a:avLst/>
          </a:prstGeom>
        </p:spPr>
      </p:pic>
      <p:pic>
        <p:nvPicPr>
          <p:cNvPr id="86" name="图片 85" descr="图片2"/>
          <p:cNvPicPr>
            <a:picLocks noChangeAspect="1"/>
          </p:cNvPicPr>
          <p:nvPr userDrawn="1"/>
        </p:nvPicPr>
        <p:blipFill>
          <a:blip r:embed="rId2"/>
          <a:stretch>
            <a:fillRect/>
          </a:stretch>
        </p:blipFill>
        <p:spPr>
          <a:xfrm>
            <a:off x="3966845" y="4305300"/>
            <a:ext cx="1497330" cy="1257935"/>
          </a:xfrm>
          <a:prstGeom prst="rect">
            <a:avLst/>
          </a:prstGeom>
        </p:spPr>
      </p:pic>
      <p:pic>
        <p:nvPicPr>
          <p:cNvPr id="87" name="图片 86" descr="图片2"/>
          <p:cNvPicPr>
            <a:picLocks noChangeAspect="1"/>
          </p:cNvPicPr>
          <p:nvPr userDrawn="1"/>
        </p:nvPicPr>
        <p:blipFill>
          <a:blip r:embed="rId2"/>
          <a:stretch>
            <a:fillRect/>
          </a:stretch>
        </p:blipFill>
        <p:spPr>
          <a:xfrm>
            <a:off x="10066020" y="4305300"/>
            <a:ext cx="1497330" cy="1257935"/>
          </a:xfrm>
          <a:prstGeom prst="rect">
            <a:avLst/>
          </a:prstGeom>
        </p:spPr>
      </p:pic>
      <p:sp>
        <p:nvSpPr>
          <p:cNvPr id="4" name="任意多边形: 形状 50"/>
          <p:cNvSpPr/>
          <p:nvPr userDrawn="1"/>
        </p:nvSpPr>
        <p:spPr>
          <a:xfrm rot="18932100">
            <a:off x="9102985" y="1473268"/>
            <a:ext cx="1159449" cy="1159449"/>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767A3">
              <a:alpha val="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任意多边形: 形状 51"/>
          <p:cNvSpPr/>
          <p:nvPr userDrawn="1"/>
        </p:nvSpPr>
        <p:spPr>
          <a:xfrm rot="18958199">
            <a:off x="10136715" y="3266146"/>
            <a:ext cx="462942" cy="46294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FFC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文本框 1"/>
          <p:cNvSpPr txBox="1"/>
          <p:nvPr userDrawn="1"/>
        </p:nvSpPr>
        <p:spPr>
          <a:xfrm>
            <a:off x="3907790" y="2265045"/>
            <a:ext cx="5037455" cy="1198880"/>
          </a:xfrm>
          <a:prstGeom prst="rect">
            <a:avLst/>
          </a:prstGeom>
          <a:noFill/>
        </p:spPr>
        <p:txBody>
          <a:bodyPr wrap="square" rtlCol="0">
            <a:spAutoFit/>
          </a:bodyPr>
          <a:lstStyle/>
          <a:p>
            <a:pPr algn="ctr"/>
            <a:r>
              <a:rPr lang="en-US" altLang="zh-CN" sz="7200" b="1" dirty="0">
                <a:solidFill>
                  <a:srgbClr val="066197"/>
                </a:solidFill>
                <a:latin typeface="微软雅黑" panose="020B0503020204020204" pitchFamily="34" charset="-122"/>
                <a:ea typeface="微软雅黑" panose="020B0503020204020204" pitchFamily="34" charset="-122"/>
              </a:rPr>
              <a:t>Thank You!</a:t>
            </a:r>
            <a:endParaRPr lang="en-US" altLang="zh-CN" sz="7200" b="1" dirty="0">
              <a:solidFill>
                <a:srgbClr val="066197"/>
              </a:solidFill>
              <a:latin typeface="微软雅黑" panose="020B0503020204020204" pitchFamily="34" charset="-122"/>
              <a:ea typeface="微软雅黑" panose="020B0503020204020204" pitchFamily="34" charset="-122"/>
            </a:endParaRPr>
          </a:p>
        </p:txBody>
      </p:sp>
      <p:cxnSp>
        <p:nvCxnSpPr>
          <p:cNvPr id="89" name="直接连接符 88"/>
          <p:cNvCxnSpPr/>
          <p:nvPr userDrawn="1"/>
        </p:nvCxnSpPr>
        <p:spPr>
          <a:xfrm>
            <a:off x="3900805" y="3392170"/>
            <a:ext cx="5051425" cy="0"/>
          </a:xfrm>
          <a:prstGeom prst="line">
            <a:avLst/>
          </a:prstGeom>
          <a:ln>
            <a:solidFill>
              <a:srgbClr val="535353"/>
            </a:solidFill>
          </a:ln>
        </p:spPr>
        <p:style>
          <a:lnRef idx="3">
            <a:schemeClr val="dk1"/>
          </a:lnRef>
          <a:fillRef idx="0">
            <a:schemeClr val="dk1"/>
          </a:fillRef>
          <a:effectRef idx="2">
            <a:schemeClr val="dk1"/>
          </a:effectRef>
          <a:fontRef idx="minor">
            <a:schemeClr val="tx1"/>
          </a:fontRef>
        </p:style>
      </p:cxnSp>
      <p:sp>
        <p:nvSpPr>
          <p:cNvPr id="90" name="文本框 6"/>
          <p:cNvSpPr txBox="1"/>
          <p:nvPr userDrawn="1"/>
        </p:nvSpPr>
        <p:spPr>
          <a:xfrm>
            <a:off x="4038600" y="3468370"/>
            <a:ext cx="4775835" cy="583565"/>
          </a:xfrm>
          <a:prstGeom prst="rect">
            <a:avLst/>
          </a:prstGeom>
          <a:noFill/>
        </p:spPr>
        <p:txBody>
          <a:bodyPr wrap="square" rtlCol="0">
            <a:spAutoFit/>
          </a:bodyPr>
          <a:lstStyle/>
          <a:p>
            <a:pPr marL="360045" algn="dist" eaLnBrk="1" latinLnBrk="0" hangingPunct="1"/>
            <a:r>
              <a:rPr lang="zh-CN" altLang="en-US" sz="3200">
                <a:solidFill>
                  <a:schemeClr val="accent4">
                    <a:lumMod val="50000"/>
                  </a:schemeClr>
                </a:solidFill>
                <a:latin typeface="字魂73号-江南手书" panose="00000500000000000000" charset="-122"/>
                <a:ea typeface="字魂73号-江南手书" panose="00000500000000000000" charset="-122"/>
                <a:cs typeface="字魂73号-江南手书" panose="00000500000000000000" charset="-122"/>
              </a:rPr>
              <a:t>力学笃行  志存高远</a:t>
            </a:r>
            <a:endParaRPr lang="zh-CN" altLang="en-US" sz="3200">
              <a:solidFill>
                <a:schemeClr val="accent4">
                  <a:lumMod val="50000"/>
                </a:schemeClr>
              </a:solidFill>
              <a:latin typeface="字魂73号-江南手书" panose="00000500000000000000" charset="-122"/>
              <a:ea typeface="字魂73号-江南手书" panose="00000500000000000000" charset="-122"/>
              <a:cs typeface="字魂73号-江南手书" panose="00000500000000000000" charset="-122"/>
            </a:endParaRPr>
          </a:p>
        </p:txBody>
      </p:sp>
      <p:pic>
        <p:nvPicPr>
          <p:cNvPr id="3" name="图片 2"/>
          <p:cNvPicPr>
            <a:picLocks noChangeAspect="1"/>
          </p:cNvPicPr>
          <p:nvPr userDrawn="1"/>
        </p:nvPicPr>
        <p:blipFill>
          <a:blip r:embed="rId3"/>
          <a:stretch>
            <a:fillRect/>
          </a:stretch>
        </p:blipFill>
        <p:spPr>
          <a:xfrm>
            <a:off x="1033729" y="4375800"/>
            <a:ext cx="2857143" cy="1419048"/>
          </a:xfrm>
          <a:prstGeom prst="rect">
            <a:avLst/>
          </a:prstGeom>
        </p:spPr>
      </p:pic>
      <p:pic>
        <p:nvPicPr>
          <p:cNvPr id="8" name="图片 7"/>
          <p:cNvPicPr>
            <a:picLocks noChangeAspect="1"/>
          </p:cNvPicPr>
          <p:nvPr userDrawn="1"/>
        </p:nvPicPr>
        <p:blipFill>
          <a:blip r:embed="rId3"/>
          <a:stretch>
            <a:fillRect/>
          </a:stretch>
        </p:blipFill>
        <p:spPr>
          <a:xfrm>
            <a:off x="3816072" y="4410145"/>
            <a:ext cx="2857143" cy="1419048"/>
          </a:xfrm>
          <a:prstGeom prst="rect">
            <a:avLst/>
          </a:prstGeom>
        </p:spPr>
      </p:pic>
      <p:pic>
        <p:nvPicPr>
          <p:cNvPr id="10" name="图片 9"/>
          <p:cNvPicPr>
            <a:picLocks noChangeAspect="1"/>
          </p:cNvPicPr>
          <p:nvPr userDrawn="1"/>
        </p:nvPicPr>
        <p:blipFill>
          <a:blip r:embed="rId3"/>
          <a:stretch>
            <a:fillRect/>
          </a:stretch>
        </p:blipFill>
        <p:spPr>
          <a:xfrm>
            <a:off x="5792013" y="4278768"/>
            <a:ext cx="2857143" cy="1419048"/>
          </a:xfrm>
          <a:prstGeom prst="rect">
            <a:avLst/>
          </a:prstGeom>
        </p:spPr>
      </p:pic>
      <p:pic>
        <p:nvPicPr>
          <p:cNvPr id="12" name="图片 11"/>
          <p:cNvPicPr>
            <a:picLocks noChangeAspect="1"/>
          </p:cNvPicPr>
          <p:nvPr userDrawn="1"/>
        </p:nvPicPr>
        <p:blipFill>
          <a:blip r:embed="rId3"/>
          <a:stretch>
            <a:fillRect/>
          </a:stretch>
        </p:blipFill>
        <p:spPr>
          <a:xfrm>
            <a:off x="9165679" y="4238224"/>
            <a:ext cx="2857143" cy="1419048"/>
          </a:xfrm>
          <a:prstGeom prst="rect">
            <a:avLst/>
          </a:prstGeom>
        </p:spPr>
      </p:pic>
      <p:pic>
        <p:nvPicPr>
          <p:cNvPr id="92" name="图片 91"/>
          <p:cNvPicPr>
            <a:picLocks noChangeAspect="1"/>
          </p:cNvPicPr>
          <p:nvPr userDrawn="1"/>
        </p:nvPicPr>
        <p:blipFill>
          <a:blip r:embed="rId3"/>
          <a:stretch>
            <a:fillRect/>
          </a:stretch>
        </p:blipFill>
        <p:spPr>
          <a:xfrm>
            <a:off x="9766302" y="1013956"/>
            <a:ext cx="2857143" cy="1419048"/>
          </a:xfrm>
          <a:prstGeom prst="rect">
            <a:avLst/>
          </a:prstGeom>
        </p:spPr>
      </p:pic>
      <p:pic>
        <p:nvPicPr>
          <p:cNvPr id="94" name="图片 93"/>
          <p:cNvPicPr>
            <a:picLocks noChangeAspect="1"/>
          </p:cNvPicPr>
          <p:nvPr userDrawn="1"/>
        </p:nvPicPr>
        <p:blipFill>
          <a:blip r:embed="rId3"/>
          <a:stretch>
            <a:fillRect/>
          </a:stretch>
        </p:blipFill>
        <p:spPr>
          <a:xfrm>
            <a:off x="517069" y="1173658"/>
            <a:ext cx="2857143" cy="1419048"/>
          </a:xfrm>
          <a:prstGeom prst="rect">
            <a:avLst/>
          </a:prstGeom>
        </p:spPr>
      </p:pic>
      <p:pic>
        <p:nvPicPr>
          <p:cNvPr id="128" name="图片 127"/>
          <p:cNvPicPr>
            <a:picLocks noChangeAspect="1"/>
          </p:cNvPicPr>
          <p:nvPr userDrawn="1"/>
        </p:nvPicPr>
        <p:blipFill>
          <a:blip r:embed="rId3"/>
          <a:stretch>
            <a:fillRect/>
          </a:stretch>
        </p:blipFill>
        <p:spPr>
          <a:xfrm>
            <a:off x="2877818" y="1024383"/>
            <a:ext cx="2857143" cy="1419048"/>
          </a:xfrm>
          <a:prstGeom prst="rect">
            <a:avLst/>
          </a:prstGeom>
        </p:spPr>
      </p:pic>
      <p:pic>
        <p:nvPicPr>
          <p:cNvPr id="130" name="图片 129"/>
          <p:cNvPicPr>
            <a:picLocks noChangeAspect="1"/>
          </p:cNvPicPr>
          <p:nvPr userDrawn="1"/>
        </p:nvPicPr>
        <p:blipFill>
          <a:blip r:embed="rId3"/>
          <a:stretch>
            <a:fillRect/>
          </a:stretch>
        </p:blipFill>
        <p:spPr>
          <a:xfrm>
            <a:off x="5957292" y="995663"/>
            <a:ext cx="2857143" cy="1419048"/>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38200" y="1825625"/>
            <a:ext cx="10515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32BF82D2-7A68-459D-A996-9BDDA2518FA4}" type="datetimeFigureOut">
              <a:rPr lang="zh-CN" altLang="en-US" smtClean="0"/>
            </a:fld>
            <a:endParaRPr lang="zh-CN" altLang="en-US" dirty="0"/>
          </a:p>
        </p:txBody>
      </p:sp>
      <p:sp>
        <p:nvSpPr>
          <p:cNvPr id="5" name="页脚占位符 4"/>
          <p:cNvSpPr>
            <a:spLocks noGrp="1"/>
          </p:cNvSpPr>
          <p:nvPr>
            <p:ph type="ftr" sz="quarter" idx="11"/>
          </p:nvPr>
        </p:nvSpPr>
        <p:spPr/>
        <p:txBody>
          <a:bodyPr/>
          <a:lstStyle/>
          <a:p>
            <a:endParaRPr lang="zh-CN" altLang="en-US" dirty="0"/>
          </a:p>
        </p:txBody>
      </p:sp>
      <p:sp>
        <p:nvSpPr>
          <p:cNvPr id="6" name="灯片编号占位符 5"/>
          <p:cNvSpPr>
            <a:spLocks noGrp="1"/>
          </p:cNvSpPr>
          <p:nvPr>
            <p:ph type="sldNum" sz="quarter" idx="12"/>
          </p:nvPr>
        </p:nvSpPr>
        <p:spPr/>
        <p:txBody>
          <a:bodyPr/>
          <a:lstStyle/>
          <a:p>
            <a:fld id="{3E01EE5D-26FB-46D5-A381-ECFB35BF1D34}" type="slidenum">
              <a:rPr lang="zh-CN" altLang="en-US" smtClean="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884039" y="6703595"/>
            <a:ext cx="2893219" cy="385072"/>
          </a:xfrm>
          <a:prstGeom prst="rect">
            <a:avLst/>
          </a:prstGeom>
        </p:spPr>
        <p:txBody>
          <a:bodyPr vert="horz" lIns="91440" tIns="45720" rIns="91440" bIns="45720" rtlCol="0" anchor="ctr"/>
          <a:lstStyle>
            <a:lvl1pPr algn="l">
              <a:defRPr sz="1265">
                <a:solidFill>
                  <a:schemeClr val="tx1">
                    <a:tint val="75000"/>
                  </a:schemeClr>
                </a:solidFill>
                <a:latin typeface="印品黑体" panose="00000500000000000000" pitchFamily="2" charset="-122"/>
              </a:defRPr>
            </a:lvl1pPr>
          </a:lstStyle>
          <a:p>
            <a:fld id="{32BF82D2-7A68-459D-A996-9BDDA2518FA4}" type="datetimeFigureOut">
              <a:rPr lang="zh-CN" altLang="en-US" smtClean="0"/>
            </a:fld>
            <a:endParaRPr lang="zh-CN" altLang="en-US" dirty="0"/>
          </a:p>
        </p:txBody>
      </p:sp>
      <p:sp>
        <p:nvSpPr>
          <p:cNvPr id="5" name="Footer Placeholder 4"/>
          <p:cNvSpPr>
            <a:spLocks noGrp="1"/>
          </p:cNvSpPr>
          <p:nvPr>
            <p:ph type="ftr" sz="quarter" idx="3"/>
          </p:nvPr>
        </p:nvSpPr>
        <p:spPr>
          <a:xfrm>
            <a:off x="4259461" y="6703595"/>
            <a:ext cx="4339828" cy="385072"/>
          </a:xfrm>
          <a:prstGeom prst="rect">
            <a:avLst/>
          </a:prstGeom>
        </p:spPr>
        <p:txBody>
          <a:bodyPr vert="horz" lIns="91440" tIns="45720" rIns="91440" bIns="45720" rtlCol="0" anchor="ctr"/>
          <a:lstStyle>
            <a:lvl1pPr algn="ctr">
              <a:defRPr sz="1265">
                <a:solidFill>
                  <a:schemeClr val="tx1">
                    <a:tint val="75000"/>
                  </a:schemeClr>
                </a:solidFill>
                <a:latin typeface="印品黑体" panose="00000500000000000000" pitchFamily="2" charset="-122"/>
              </a:defRPr>
            </a:lvl1pPr>
          </a:lstStyle>
          <a:p>
            <a:endParaRPr lang="zh-CN" altLang="en-US" dirty="0"/>
          </a:p>
        </p:txBody>
      </p:sp>
      <p:sp>
        <p:nvSpPr>
          <p:cNvPr id="6" name="Slide Number Placeholder 5"/>
          <p:cNvSpPr>
            <a:spLocks noGrp="1"/>
          </p:cNvSpPr>
          <p:nvPr>
            <p:ph type="sldNum" sz="quarter" idx="4"/>
          </p:nvPr>
        </p:nvSpPr>
        <p:spPr>
          <a:xfrm>
            <a:off x="9081492" y="6703595"/>
            <a:ext cx="2893219" cy="385072"/>
          </a:xfrm>
          <a:prstGeom prst="rect">
            <a:avLst/>
          </a:prstGeom>
        </p:spPr>
        <p:txBody>
          <a:bodyPr vert="horz" lIns="91440" tIns="45720" rIns="91440" bIns="45720" rtlCol="0" anchor="ctr"/>
          <a:lstStyle>
            <a:lvl1pPr algn="r">
              <a:defRPr sz="1265">
                <a:solidFill>
                  <a:schemeClr val="tx1">
                    <a:tint val="75000"/>
                  </a:schemeClr>
                </a:solidFill>
                <a:latin typeface="印品黑体" panose="00000500000000000000" pitchFamily="2" charset="-122"/>
              </a:defRPr>
            </a:lvl1pPr>
          </a:lstStyle>
          <a:p>
            <a:fld id="{3E01EE5D-26FB-46D5-A381-ECFB35BF1D34}"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64565" rtl="0" eaLnBrk="1" latinLnBrk="0" hangingPunct="1">
        <a:lnSpc>
          <a:spcPct val="90000"/>
        </a:lnSpc>
        <a:spcBef>
          <a:spcPct val="0"/>
        </a:spcBef>
        <a:buNone/>
        <a:defRPr sz="4640" kern="1200">
          <a:solidFill>
            <a:schemeClr val="tx1"/>
          </a:solidFill>
          <a:latin typeface="印品黑体" panose="00000500000000000000" pitchFamily="2" charset="-122"/>
          <a:ea typeface="+mj-ea"/>
          <a:cs typeface="+mj-cs"/>
        </a:defRPr>
      </a:lvl1pPr>
    </p:titleStyle>
    <p:bodyStyle>
      <a:lvl1pPr marL="241300" indent="-241300" algn="l" defTabSz="964565" rtl="0" eaLnBrk="1" latinLnBrk="0" hangingPunct="1">
        <a:lnSpc>
          <a:spcPct val="90000"/>
        </a:lnSpc>
        <a:spcBef>
          <a:spcPts val="1055"/>
        </a:spcBef>
        <a:buFont typeface="Arial" panose="020B0604020202020204" pitchFamily="34" charset="0"/>
        <a:buChar char="•"/>
        <a:defRPr sz="2955" kern="1200">
          <a:solidFill>
            <a:schemeClr val="tx1"/>
          </a:solidFill>
          <a:latin typeface="印品黑体" panose="00000500000000000000" pitchFamily="2" charset="-122"/>
          <a:ea typeface="+mn-ea"/>
          <a:cs typeface="+mn-cs"/>
        </a:defRPr>
      </a:lvl1pPr>
      <a:lvl2pPr marL="723265" indent="-241300" algn="l" defTabSz="964565" rtl="0" eaLnBrk="1" latinLnBrk="0" hangingPunct="1">
        <a:lnSpc>
          <a:spcPct val="90000"/>
        </a:lnSpc>
        <a:spcBef>
          <a:spcPts val="525"/>
        </a:spcBef>
        <a:buFont typeface="Arial" panose="020B0604020202020204" pitchFamily="34" charset="0"/>
        <a:buChar char="•"/>
        <a:defRPr sz="2530" kern="1200">
          <a:solidFill>
            <a:schemeClr val="tx1"/>
          </a:solidFill>
          <a:latin typeface="印品黑体" panose="00000500000000000000" pitchFamily="2" charset="-122"/>
          <a:ea typeface="+mn-ea"/>
          <a:cs typeface="+mn-cs"/>
        </a:defRPr>
      </a:lvl2pPr>
      <a:lvl3pPr marL="1205230" indent="-241300" algn="l" defTabSz="964565" rtl="0" eaLnBrk="1" latinLnBrk="0" hangingPunct="1">
        <a:lnSpc>
          <a:spcPct val="90000"/>
        </a:lnSpc>
        <a:spcBef>
          <a:spcPts val="525"/>
        </a:spcBef>
        <a:buFont typeface="Arial" panose="020B0604020202020204" pitchFamily="34" charset="0"/>
        <a:buChar char="•"/>
        <a:defRPr sz="2110" kern="1200">
          <a:solidFill>
            <a:schemeClr val="tx1"/>
          </a:solidFill>
          <a:latin typeface="印品黑体" panose="00000500000000000000" pitchFamily="2" charset="-122"/>
          <a:ea typeface="+mn-ea"/>
          <a:cs typeface="+mn-cs"/>
        </a:defRPr>
      </a:lvl3pPr>
      <a:lvl4pPr marL="1687830" indent="-241300" algn="l" defTabSz="964565" rtl="0" eaLnBrk="1" latinLnBrk="0" hangingPunct="1">
        <a:lnSpc>
          <a:spcPct val="90000"/>
        </a:lnSpc>
        <a:spcBef>
          <a:spcPts val="525"/>
        </a:spcBef>
        <a:buFont typeface="Arial" panose="020B0604020202020204" pitchFamily="34" charset="0"/>
        <a:buChar char="•"/>
        <a:defRPr sz="1900" kern="1200">
          <a:solidFill>
            <a:schemeClr val="tx1"/>
          </a:solidFill>
          <a:latin typeface="印品黑体" panose="00000500000000000000" pitchFamily="2" charset="-122"/>
          <a:ea typeface="+mn-ea"/>
          <a:cs typeface="+mn-cs"/>
        </a:defRPr>
      </a:lvl4pPr>
      <a:lvl5pPr marL="2169795" indent="-241300" algn="l" defTabSz="964565" rtl="0" eaLnBrk="1" latinLnBrk="0" hangingPunct="1">
        <a:lnSpc>
          <a:spcPct val="90000"/>
        </a:lnSpc>
        <a:spcBef>
          <a:spcPts val="525"/>
        </a:spcBef>
        <a:buFont typeface="Arial" panose="020B0604020202020204" pitchFamily="34" charset="0"/>
        <a:buChar char="•"/>
        <a:defRPr sz="1900" kern="1200">
          <a:solidFill>
            <a:schemeClr val="tx1"/>
          </a:solidFill>
          <a:latin typeface="印品黑体" panose="00000500000000000000" pitchFamily="2" charset="-122"/>
          <a:ea typeface="+mn-ea"/>
          <a:cs typeface="+mn-cs"/>
        </a:defRPr>
      </a:lvl5pPr>
      <a:lvl6pPr marL="2651760" indent="-241300" algn="l" defTabSz="964565"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4565"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4565"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4565"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p:bodyStyle>
    <p:otherStyle>
      <a:defPPr>
        <a:defRPr lang="en-US"/>
      </a:defPPr>
      <a:lvl1pPr marL="0" algn="l" defTabSz="964565" rtl="0" eaLnBrk="1" latinLnBrk="0" hangingPunct="1">
        <a:defRPr sz="1900" kern="1200">
          <a:solidFill>
            <a:schemeClr val="tx1"/>
          </a:solidFill>
          <a:latin typeface="+mn-lt"/>
          <a:ea typeface="+mn-ea"/>
          <a:cs typeface="+mn-cs"/>
        </a:defRPr>
      </a:lvl1pPr>
      <a:lvl2pPr marL="481965" algn="l" defTabSz="964565" rtl="0" eaLnBrk="1" latinLnBrk="0" hangingPunct="1">
        <a:defRPr sz="1900" kern="1200">
          <a:solidFill>
            <a:schemeClr val="tx1"/>
          </a:solidFill>
          <a:latin typeface="+mn-lt"/>
          <a:ea typeface="+mn-ea"/>
          <a:cs typeface="+mn-cs"/>
        </a:defRPr>
      </a:lvl2pPr>
      <a:lvl3pPr marL="964565" algn="l" defTabSz="964565" rtl="0" eaLnBrk="1" latinLnBrk="0" hangingPunct="1">
        <a:defRPr sz="1900" kern="1200">
          <a:solidFill>
            <a:schemeClr val="tx1"/>
          </a:solidFill>
          <a:latin typeface="+mn-lt"/>
          <a:ea typeface="+mn-ea"/>
          <a:cs typeface="+mn-cs"/>
        </a:defRPr>
      </a:lvl3pPr>
      <a:lvl4pPr marL="1446530" algn="l" defTabSz="964565" rtl="0" eaLnBrk="1" latinLnBrk="0" hangingPunct="1">
        <a:defRPr sz="1900" kern="1200">
          <a:solidFill>
            <a:schemeClr val="tx1"/>
          </a:solidFill>
          <a:latin typeface="+mn-lt"/>
          <a:ea typeface="+mn-ea"/>
          <a:cs typeface="+mn-cs"/>
        </a:defRPr>
      </a:lvl4pPr>
      <a:lvl5pPr marL="1928495" algn="l" defTabSz="964565" rtl="0" eaLnBrk="1" latinLnBrk="0" hangingPunct="1">
        <a:defRPr sz="1900" kern="1200">
          <a:solidFill>
            <a:schemeClr val="tx1"/>
          </a:solidFill>
          <a:latin typeface="+mn-lt"/>
          <a:ea typeface="+mn-ea"/>
          <a:cs typeface="+mn-cs"/>
        </a:defRPr>
      </a:lvl5pPr>
      <a:lvl6pPr marL="2411095" algn="l" defTabSz="964565" rtl="0" eaLnBrk="1" latinLnBrk="0" hangingPunct="1">
        <a:defRPr sz="1900" kern="1200">
          <a:solidFill>
            <a:schemeClr val="tx1"/>
          </a:solidFill>
          <a:latin typeface="+mn-lt"/>
          <a:ea typeface="+mn-ea"/>
          <a:cs typeface="+mn-cs"/>
        </a:defRPr>
      </a:lvl6pPr>
      <a:lvl7pPr marL="2893060" algn="l" defTabSz="964565" rtl="0" eaLnBrk="1" latinLnBrk="0" hangingPunct="1">
        <a:defRPr sz="1900" kern="1200">
          <a:solidFill>
            <a:schemeClr val="tx1"/>
          </a:solidFill>
          <a:latin typeface="+mn-lt"/>
          <a:ea typeface="+mn-ea"/>
          <a:cs typeface="+mn-cs"/>
        </a:defRPr>
      </a:lvl7pPr>
      <a:lvl8pPr marL="3375025" algn="l" defTabSz="964565" rtl="0" eaLnBrk="1" latinLnBrk="0" hangingPunct="1">
        <a:defRPr sz="1900" kern="1200">
          <a:solidFill>
            <a:schemeClr val="tx1"/>
          </a:solidFill>
          <a:latin typeface="+mn-lt"/>
          <a:ea typeface="+mn-ea"/>
          <a:cs typeface="+mn-cs"/>
        </a:defRPr>
      </a:lvl8pPr>
      <a:lvl9pPr marL="3856990" algn="l" defTabSz="964565"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3.xml"/><Relationship Id="rId2" Type="http://schemas.openxmlformats.org/officeDocument/2006/relationships/image" Target="../media/image9.jpeg"/><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684959" y="1498476"/>
            <a:ext cx="7606030" cy="922020"/>
          </a:xfrm>
          <a:prstGeom prst="rect">
            <a:avLst/>
          </a:prstGeom>
          <a:noFill/>
        </p:spPr>
        <p:txBody>
          <a:bodyPr wrap="square" rtlCol="0">
            <a:spAutoFit/>
          </a:bodyPr>
          <a:lstStyle/>
          <a:p>
            <a:pPr algn="ctr"/>
            <a:r>
              <a:rPr lang="zh-CN" altLang="en-US" sz="5400" b="1" dirty="0">
                <a:solidFill>
                  <a:schemeClr val="bg1"/>
                </a:solidFill>
                <a:latin typeface="微软雅黑" panose="020B0503020204020204" pitchFamily="34" charset="-122"/>
                <a:ea typeface="微软雅黑" panose="020B0503020204020204" pitchFamily="34" charset="-122"/>
                <a:sym typeface="+mn-ea"/>
              </a:rPr>
              <a:t>逻辑代数基本</a:t>
            </a:r>
            <a:r>
              <a:rPr lang="zh-CN" altLang="en-US" sz="5400" b="1" dirty="0">
                <a:solidFill>
                  <a:schemeClr val="bg1"/>
                </a:solidFill>
                <a:latin typeface="微软雅黑" panose="020B0503020204020204" pitchFamily="34" charset="-122"/>
                <a:ea typeface="微软雅黑" panose="020B0503020204020204" pitchFamily="34" charset="-122"/>
                <a:sym typeface="+mn-ea"/>
              </a:rPr>
              <a:t>定律</a:t>
            </a:r>
            <a:endParaRPr lang="zh-CN" altLang="en-US" sz="5400" b="1" dirty="0">
              <a:solidFill>
                <a:schemeClr val="bg1"/>
              </a:solidFill>
              <a:latin typeface="微软雅黑" panose="020B0503020204020204" pitchFamily="34" charset="-122"/>
              <a:ea typeface="微软雅黑" panose="020B0503020204020204" pitchFamily="34" charset="-122"/>
              <a:sym typeface="+mn-ea"/>
            </a:endParaRPr>
          </a:p>
        </p:txBody>
      </p:sp>
      <p:sp>
        <p:nvSpPr>
          <p:cNvPr id="6" name="TextBox 7"/>
          <p:cNvSpPr txBox="1"/>
          <p:nvPr/>
        </p:nvSpPr>
        <p:spPr>
          <a:xfrm>
            <a:off x="4125119" y="3456629"/>
            <a:ext cx="4968552" cy="523220"/>
          </a:xfrm>
          <a:prstGeom prst="rect">
            <a:avLst/>
          </a:prstGeom>
          <a:noFill/>
        </p:spPr>
        <p:txBody>
          <a:bodyPr wrap="square" rtlCol="0" anchor="ctr">
            <a:spAutoFit/>
          </a:bodyPr>
          <a:lstStyle/>
          <a:p>
            <a:pPr algn="ctr"/>
            <a:r>
              <a:rPr lang="zh-CN" altLang="en-US" sz="2800" b="1" dirty="0">
                <a:solidFill>
                  <a:schemeClr val="bg1"/>
                </a:solidFill>
                <a:latin typeface="微软雅黑" panose="020B0503020204020204" pitchFamily="34" charset="-122"/>
                <a:ea typeface="微软雅黑" panose="020B0503020204020204" pitchFamily="34" charset="-122"/>
              </a:rPr>
              <a:t>葛以伟</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3981103" y="5272509"/>
            <a:ext cx="5582514" cy="10801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nvSpPr>
        <p:spPr>
          <a:xfrm>
            <a:off x="710881" y="1646134"/>
            <a:ext cx="10749598" cy="4462058"/>
          </a:xfrm>
          <a:prstGeom prst="rect">
            <a:avLst/>
          </a:prstGeom>
        </p:spPr>
        <p:txBody>
          <a:bodyPr/>
          <a:lstStyle>
            <a:lvl1pPr marL="360045"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l"/>
              <a:defRPr lang="en-US" altLang="zh-CN"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gn="l" rtl="0" eaLnBrk="0" fontAlgn="base" hangingPunct="0">
              <a:lnSpc>
                <a:spcPct val="150000"/>
              </a:lnSpc>
              <a:spcBef>
                <a:spcPct val="20000"/>
              </a:spcBef>
              <a:spcAft>
                <a:spcPct val="0"/>
              </a:spcAft>
              <a:buFont typeface="Wingdings" panose="05000000000000000000" pitchFamily="2" charset="2"/>
              <a:buChar char="l"/>
              <a:defRPr lang="en-US" altLang="zh-CN" sz="1400" b="0" i="0" kern="1200" dirty="0">
                <a:solidFill>
                  <a:schemeClr val="tx1"/>
                </a:solidFill>
                <a:latin typeface="Alibaba PuHuiTi R" pitchFamily="18" charset="-122"/>
                <a:ea typeface="Alibaba PuHuiTi R" pitchFamily="18" charset="-122"/>
                <a:cs typeface="Alibaba PuHuiTi R" pitchFamily="18" charset="-122"/>
              </a:defRPr>
            </a:lvl2pPr>
            <a:lvl3pPr marL="1079500" indent="-358775" algn="l" rtl="0" eaLnBrk="0" fontAlgn="base" hangingPunct="0">
              <a:lnSpc>
                <a:spcPct val="150000"/>
              </a:lnSpc>
              <a:spcBef>
                <a:spcPct val="20000"/>
              </a:spcBef>
              <a:spcAft>
                <a:spcPct val="0"/>
              </a:spcAft>
              <a:buFont typeface="Arial" panose="020B0604020202020204" pitchFamily="34" charset="0"/>
              <a:buChar char="•"/>
              <a:defRPr lang="zh-CN" altLang="en-US" sz="1400" b="0" i="0" kern="1200" dirty="0">
                <a:solidFill>
                  <a:schemeClr val="tx1"/>
                </a:solidFill>
                <a:latin typeface="黑体" panose="02010609060101010101" charset="-122"/>
                <a:ea typeface="黑体" panose="02010609060101010101"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endParaRPr lang="en-US" altLang="zh-CN" dirty="0"/>
          </a:p>
        </p:txBody>
      </p:sp>
      <p:sp>
        <p:nvSpPr>
          <p:cNvPr id="3" name="标题 2"/>
          <p:cNvSpPr>
            <a:spLocks noGrp="1"/>
          </p:cNvSpPr>
          <p:nvPr/>
        </p:nvSpPr>
        <p:spPr>
          <a:xfrm>
            <a:off x="883823" y="201777"/>
            <a:ext cx="8771021" cy="517190"/>
          </a:xfrm>
          <a:prstGeom prst="rect">
            <a:avLst/>
          </a:prstGeom>
        </p:spPr>
        <p:txBody>
          <a:bodyPr anchor="ctr" anchorCtr="0"/>
          <a:lstStyle>
            <a:lvl1pPr algn="l" rtl="0" eaLnBrk="0" fontAlgn="base" hangingPunct="0">
              <a:spcBef>
                <a:spcPct val="0"/>
              </a:spcBef>
              <a:spcAft>
                <a:spcPct val="0"/>
              </a:spcAft>
              <a:defRPr lang="zh-CN" altLang="en-US" sz="2400" b="1" i="0" kern="120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vl2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2pPr>
            <a:lvl3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3pPr>
            <a:lvl4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4pPr>
            <a:lvl5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5pPr>
            <a:lvl6pPr marL="609600" algn="l" rtl="0" fontAlgn="base">
              <a:spcBef>
                <a:spcPct val="0"/>
              </a:spcBef>
              <a:spcAft>
                <a:spcPct val="0"/>
              </a:spcAft>
              <a:defRPr sz="3200" b="1">
                <a:solidFill>
                  <a:schemeClr val="tx1"/>
                </a:solidFill>
                <a:latin typeface="黑体" panose="02010609060101010101" charset="-122"/>
                <a:ea typeface="黑体" panose="02010609060101010101" charset="-122"/>
              </a:defRPr>
            </a:lvl6pPr>
            <a:lvl7pPr marL="1219200" algn="l" rtl="0" fontAlgn="base">
              <a:spcBef>
                <a:spcPct val="0"/>
              </a:spcBef>
              <a:spcAft>
                <a:spcPct val="0"/>
              </a:spcAft>
              <a:defRPr sz="3200" b="1">
                <a:solidFill>
                  <a:schemeClr val="tx1"/>
                </a:solidFill>
                <a:latin typeface="黑体" panose="02010609060101010101" charset="-122"/>
                <a:ea typeface="黑体" panose="02010609060101010101" charset="-122"/>
              </a:defRPr>
            </a:lvl7pPr>
            <a:lvl8pPr marL="1828800" algn="l" rtl="0" fontAlgn="base">
              <a:spcBef>
                <a:spcPct val="0"/>
              </a:spcBef>
              <a:spcAft>
                <a:spcPct val="0"/>
              </a:spcAft>
              <a:defRPr sz="3200" b="1">
                <a:solidFill>
                  <a:schemeClr val="tx1"/>
                </a:solidFill>
                <a:latin typeface="黑体" panose="02010609060101010101" charset="-122"/>
                <a:ea typeface="黑体" panose="02010609060101010101" charset="-122"/>
              </a:defRPr>
            </a:lvl8pPr>
            <a:lvl9pPr marL="2438400" algn="l" rtl="0" fontAlgn="base">
              <a:spcBef>
                <a:spcPct val="0"/>
              </a:spcBef>
              <a:spcAft>
                <a:spcPct val="0"/>
              </a:spcAft>
              <a:defRPr sz="3200" b="1">
                <a:solidFill>
                  <a:schemeClr val="tx1"/>
                </a:solidFill>
                <a:latin typeface="黑体" panose="02010609060101010101" charset="-122"/>
                <a:ea typeface="黑体" panose="02010609060101010101" charset="-122"/>
              </a:defRPr>
            </a:lvl9pPr>
          </a:lstStyle>
          <a:p>
            <a:r>
              <a:rPr kumimoji="1" lang="zh-CN" altLang="en-US" dirty="0"/>
              <a:t>数字电路</a:t>
            </a:r>
            <a:endParaRPr kumimoji="1" lang="zh-CN" altLang="en-US" dirty="0"/>
          </a:p>
        </p:txBody>
      </p:sp>
      <p:sp>
        <p:nvSpPr>
          <p:cNvPr id="4" name="文本占位符 3"/>
          <p:cNvSpPr>
            <a:spLocks noGrp="1"/>
          </p:cNvSpPr>
          <p:nvPr/>
        </p:nvSpPr>
        <p:spPr>
          <a:xfrm>
            <a:off x="884870" y="855626"/>
            <a:ext cx="10749599" cy="517190"/>
          </a:xfrm>
          <a:prstGeom prst="rect">
            <a:avLst/>
          </a:prstGeom>
        </p:spPr>
        <p:txBody>
          <a:bodyPr anchor="ctr" anchorCtr="0"/>
          <a:lstStyle>
            <a:lvl1pPr marL="0" indent="0" algn="l" rtl="0" eaLnBrk="0" fontAlgn="base" hangingPunct="0">
              <a:spcBef>
                <a:spcPct val="20000"/>
              </a:spcBef>
              <a:spcAft>
                <a:spcPct val="0"/>
              </a:spcAft>
              <a:buFont typeface="Arial" panose="020B0604020202020204" pitchFamily="34" charset="0"/>
              <a:buNone/>
              <a:defRPr lang="zh-CN" altLang="en-US" sz="1800" b="1"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charset="-122"/>
                <a:ea typeface="黑体" panose="02010609060101010101"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charset="-122"/>
                <a:ea typeface="黑体" panose="02010609060101010101"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endParaRPr kumimoji="1" lang="zh-CN" altLang="en-US" dirty="0">
              <a:solidFill>
                <a:srgbClr val="FF0000"/>
              </a:solidFill>
            </a:endParaRPr>
          </a:p>
        </p:txBody>
      </p:sp>
      <p:pic>
        <p:nvPicPr>
          <p:cNvPr id="8" name="图片 7"/>
          <p:cNvPicPr>
            <a:picLocks noChangeAspect="1"/>
          </p:cNvPicPr>
          <p:nvPr/>
        </p:nvPicPr>
        <p:blipFill>
          <a:blip r:embed="rId1"/>
          <a:stretch>
            <a:fillRect/>
          </a:stretch>
        </p:blipFill>
        <p:spPr>
          <a:xfrm>
            <a:off x="10712193" y="6784677"/>
            <a:ext cx="2131747" cy="432048"/>
          </a:xfrm>
          <a:prstGeom prst="rect">
            <a:avLst/>
          </a:prstGeom>
        </p:spPr>
      </p:pic>
      <p:sp>
        <p:nvSpPr>
          <p:cNvPr id="5" name="矩形 4"/>
          <p:cNvSpPr/>
          <p:nvPr/>
        </p:nvSpPr>
        <p:spPr>
          <a:xfrm>
            <a:off x="0" y="6856685"/>
            <a:ext cx="10712193" cy="375965"/>
          </a:xfrm>
          <a:prstGeom prst="rect">
            <a:avLst/>
          </a:prstGeom>
          <a:solidFill>
            <a:srgbClr val="066197"/>
          </a:solidFill>
          <a:ln>
            <a:solidFill>
              <a:srgbClr val="0661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0" y="6826660"/>
            <a:ext cx="8373591" cy="433965"/>
          </a:xfrm>
          <a:prstGeom prst="rect">
            <a:avLst/>
          </a:prstGeom>
          <a:noFill/>
        </p:spPr>
        <p:txBody>
          <a:bodyPr wrap="square" rtlCol="0">
            <a:spAutoFit/>
          </a:bodyPr>
          <a:lstStyle/>
          <a:p>
            <a:pPr>
              <a:lnSpc>
                <a:spcPts val="2900"/>
              </a:lnSpc>
            </a:pPr>
            <a:r>
              <a:rPr lang="zh-CN" altLang="en-US" b="1" dirty="0"/>
              <a:t>知识回顾 </a:t>
            </a:r>
            <a:r>
              <a:rPr lang="zh-CN" altLang="en-US" sz="2000" b="1" dirty="0">
                <a:solidFill>
                  <a:schemeClr val="bg1"/>
                </a:solidFill>
              </a:rPr>
              <a:t>新课导入</a:t>
            </a:r>
            <a:r>
              <a:rPr lang="zh-CN" altLang="en-US" sz="2000" b="1" dirty="0"/>
              <a:t>  </a:t>
            </a:r>
            <a:r>
              <a:rPr lang="zh-CN" altLang="en-US" b="1" dirty="0"/>
              <a:t>目标及重难点  新授 总结与合作探究  作业  限时检测</a:t>
            </a:r>
            <a:endParaRPr lang="zh-CN" altLang="en-US" b="1" dirty="0"/>
          </a:p>
        </p:txBody>
      </p:sp>
      <p:sp>
        <p:nvSpPr>
          <p:cNvPr id="2" name="箭头: 上 1"/>
          <p:cNvSpPr/>
          <p:nvPr/>
        </p:nvSpPr>
        <p:spPr>
          <a:xfrm>
            <a:off x="1460823" y="6568653"/>
            <a:ext cx="216024" cy="288032"/>
          </a:xfrm>
          <a:prstGeom prst="up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FFC000"/>
                </a:solidFill>
              </a:ln>
              <a:solidFill>
                <a:srgbClr val="FFC000"/>
              </a:solidFill>
            </a:endParaRPr>
          </a:p>
        </p:txBody>
      </p:sp>
      <p:sp>
        <p:nvSpPr>
          <p:cNvPr id="9" name="文本框 8"/>
          <p:cNvSpPr txBox="1"/>
          <p:nvPr/>
        </p:nvSpPr>
        <p:spPr>
          <a:xfrm>
            <a:off x="1028775" y="1240061"/>
            <a:ext cx="3528392" cy="523220"/>
          </a:xfrm>
          <a:prstGeom prst="rect">
            <a:avLst/>
          </a:prstGeom>
          <a:noFill/>
        </p:spPr>
        <p:txBody>
          <a:bodyPr wrap="square" rtlCol="0">
            <a:spAutoFit/>
          </a:bodyPr>
          <a:lstStyle/>
          <a:p>
            <a:r>
              <a:rPr lang="zh-CN" altLang="en-US" sz="2800" b="1" dirty="0">
                <a:solidFill>
                  <a:srgbClr val="FF0000"/>
                </a:solidFill>
              </a:rPr>
              <a:t>考纲要求</a:t>
            </a:r>
            <a:endParaRPr lang="zh-CN" altLang="en-US" sz="2800" b="1" dirty="0">
              <a:solidFill>
                <a:srgbClr val="FF0000"/>
              </a:solidFill>
            </a:endParaRPr>
          </a:p>
        </p:txBody>
      </p:sp>
      <p:sp>
        <p:nvSpPr>
          <p:cNvPr id="10" name="文本框 9"/>
          <p:cNvSpPr txBox="1"/>
          <p:nvPr/>
        </p:nvSpPr>
        <p:spPr>
          <a:xfrm>
            <a:off x="2108895" y="2032149"/>
            <a:ext cx="9525574" cy="1077218"/>
          </a:xfrm>
          <a:prstGeom prst="rect">
            <a:avLst/>
          </a:prstGeom>
          <a:noFill/>
        </p:spPr>
        <p:txBody>
          <a:bodyPr wrap="square" rtlCol="0">
            <a:spAutoFit/>
          </a:bodyPr>
          <a:lstStyle/>
          <a:p>
            <a:r>
              <a:rPr lang="en-US" altLang="zh-CN" sz="3200" b="1" dirty="0"/>
              <a:t>1</a:t>
            </a:r>
            <a:r>
              <a:rPr lang="zh-CN" altLang="en-US" sz="3200" b="1" dirty="0"/>
              <a:t>、理解电路中电位的概念及其单位。</a:t>
            </a:r>
            <a:endParaRPr lang="en-US" altLang="zh-CN" sz="3200" b="1" dirty="0"/>
          </a:p>
          <a:p>
            <a:r>
              <a:rPr lang="en-US" altLang="zh-CN" sz="3200" b="1" kern="100" dirty="0">
                <a:effectLst/>
                <a:latin typeface="Calibri" panose="020F0502020204030204" pitchFamily="34" charset="0"/>
                <a:ea typeface="宋体" panose="02010600030101010101" pitchFamily="2" charset="-122"/>
                <a:cs typeface="Times New Roman" panose="02020603050405020304" pitchFamily="18" charset="0"/>
              </a:rPr>
              <a:t>2</a:t>
            </a:r>
            <a:r>
              <a:rPr lang="zh-CN" altLang="en-US" sz="3200" b="1"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3200" b="1" kern="100" dirty="0">
                <a:effectLst/>
                <a:latin typeface="Calibri" panose="020F0502020204030204" pitchFamily="34" charset="0"/>
                <a:ea typeface="宋体" panose="02010600030101010101" pitchFamily="2" charset="-122"/>
                <a:cs typeface="Times New Roman" panose="02020603050405020304" pitchFamily="18" charset="0"/>
              </a:rPr>
              <a:t>掌握电路中各点电位及两点间电压的分析和计算</a:t>
            </a:r>
            <a:endParaRPr lang="zh-CN" altLang="en-US" sz="3200" b="1" dirty="0"/>
          </a:p>
        </p:txBody>
      </p:sp>
    </p:spTree>
  </p:cSld>
  <p:clrMapOvr>
    <a:masterClrMapping/>
  </p:clrMapOvr>
  <mc:AlternateContent xmlns:mc="http://schemas.openxmlformats.org/markup-compatibility/2006">
    <mc:Choice xmlns:p14="http://schemas.microsoft.com/office/powerpoint/2010/main" Requires="p14">
      <p:transition spd="slow" p14:dur="2000" advClick="0" advTm="2000"/>
    </mc:Choice>
    <mc:Fallback>
      <p:transition spd="slow" advClick="0" advTm="2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nvSpPr>
        <p:spPr>
          <a:xfrm>
            <a:off x="850730" y="159941"/>
            <a:ext cx="8771021" cy="517190"/>
          </a:xfrm>
          <a:prstGeom prst="rect">
            <a:avLst/>
          </a:prstGeom>
        </p:spPr>
        <p:txBody>
          <a:bodyPr anchor="ctr" anchorCtr="0"/>
          <a:lstStyle>
            <a:lvl1pPr algn="l" rtl="0" eaLnBrk="0" fontAlgn="base" hangingPunct="0">
              <a:spcBef>
                <a:spcPct val="0"/>
              </a:spcBef>
              <a:spcAft>
                <a:spcPct val="0"/>
              </a:spcAft>
              <a:defRPr lang="zh-CN" altLang="en-US" sz="2400" b="1" i="0" kern="120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vl2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2pPr>
            <a:lvl3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3pPr>
            <a:lvl4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4pPr>
            <a:lvl5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5pPr>
            <a:lvl6pPr marL="609600" algn="l" rtl="0" fontAlgn="base">
              <a:spcBef>
                <a:spcPct val="0"/>
              </a:spcBef>
              <a:spcAft>
                <a:spcPct val="0"/>
              </a:spcAft>
              <a:defRPr sz="3200" b="1">
                <a:solidFill>
                  <a:schemeClr val="tx1"/>
                </a:solidFill>
                <a:latin typeface="黑体" panose="02010609060101010101" charset="-122"/>
                <a:ea typeface="黑体" panose="02010609060101010101" charset="-122"/>
              </a:defRPr>
            </a:lvl6pPr>
            <a:lvl7pPr marL="1219200" algn="l" rtl="0" fontAlgn="base">
              <a:spcBef>
                <a:spcPct val="0"/>
              </a:spcBef>
              <a:spcAft>
                <a:spcPct val="0"/>
              </a:spcAft>
              <a:defRPr sz="3200" b="1">
                <a:solidFill>
                  <a:schemeClr val="tx1"/>
                </a:solidFill>
                <a:latin typeface="黑体" panose="02010609060101010101" charset="-122"/>
                <a:ea typeface="黑体" panose="02010609060101010101" charset="-122"/>
              </a:defRPr>
            </a:lvl7pPr>
            <a:lvl8pPr marL="1828800" algn="l" rtl="0" fontAlgn="base">
              <a:spcBef>
                <a:spcPct val="0"/>
              </a:spcBef>
              <a:spcAft>
                <a:spcPct val="0"/>
              </a:spcAft>
              <a:defRPr sz="3200" b="1">
                <a:solidFill>
                  <a:schemeClr val="tx1"/>
                </a:solidFill>
                <a:latin typeface="黑体" panose="02010609060101010101" charset="-122"/>
                <a:ea typeface="黑体" panose="02010609060101010101" charset="-122"/>
              </a:defRPr>
            </a:lvl8pPr>
            <a:lvl9pPr marL="2438400" algn="l" rtl="0" fontAlgn="base">
              <a:spcBef>
                <a:spcPct val="0"/>
              </a:spcBef>
              <a:spcAft>
                <a:spcPct val="0"/>
              </a:spcAft>
              <a:defRPr sz="3200" b="1">
                <a:solidFill>
                  <a:schemeClr val="tx1"/>
                </a:solidFill>
                <a:latin typeface="黑体" panose="02010609060101010101" charset="-122"/>
                <a:ea typeface="黑体" panose="02010609060101010101" charset="-122"/>
              </a:defRPr>
            </a:lvl9pPr>
          </a:lstStyle>
          <a:p>
            <a:r>
              <a:rPr kumimoji="1" lang="zh-CN" altLang="en-US" dirty="0"/>
              <a:t>数字电路</a:t>
            </a:r>
            <a:endParaRPr kumimoji="1" lang="zh-CN" altLang="en-US" dirty="0"/>
          </a:p>
        </p:txBody>
      </p:sp>
      <p:pic>
        <p:nvPicPr>
          <p:cNvPr id="8" name="图片 7"/>
          <p:cNvPicPr>
            <a:picLocks noChangeAspect="1"/>
          </p:cNvPicPr>
          <p:nvPr/>
        </p:nvPicPr>
        <p:blipFill>
          <a:blip r:embed="rId1"/>
          <a:stretch>
            <a:fillRect/>
          </a:stretch>
        </p:blipFill>
        <p:spPr>
          <a:xfrm>
            <a:off x="10712193" y="6784677"/>
            <a:ext cx="2131747" cy="432048"/>
          </a:xfrm>
          <a:prstGeom prst="rect">
            <a:avLst/>
          </a:prstGeom>
        </p:spPr>
      </p:pic>
      <p:sp>
        <p:nvSpPr>
          <p:cNvPr id="5" name="矩形 4"/>
          <p:cNvSpPr/>
          <p:nvPr/>
        </p:nvSpPr>
        <p:spPr>
          <a:xfrm>
            <a:off x="0" y="6856685"/>
            <a:ext cx="10712193" cy="375965"/>
          </a:xfrm>
          <a:prstGeom prst="rect">
            <a:avLst/>
          </a:prstGeom>
          <a:solidFill>
            <a:srgbClr val="066197"/>
          </a:solidFill>
          <a:ln>
            <a:solidFill>
              <a:srgbClr val="0661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0" y="6826660"/>
            <a:ext cx="8373591" cy="433965"/>
          </a:xfrm>
          <a:prstGeom prst="rect">
            <a:avLst/>
          </a:prstGeom>
          <a:noFill/>
        </p:spPr>
        <p:txBody>
          <a:bodyPr wrap="square" rtlCol="0">
            <a:spAutoFit/>
          </a:bodyPr>
          <a:lstStyle/>
          <a:p>
            <a:pPr>
              <a:lnSpc>
                <a:spcPts val="2900"/>
              </a:lnSpc>
            </a:pPr>
            <a:r>
              <a:rPr lang="zh-CN" altLang="en-US" b="1" dirty="0"/>
              <a:t>知识回顾 新课导入  </a:t>
            </a:r>
            <a:r>
              <a:rPr lang="zh-CN" altLang="en-US" sz="2000" b="1" dirty="0">
                <a:solidFill>
                  <a:schemeClr val="bg1"/>
                </a:solidFill>
              </a:rPr>
              <a:t>目标及重难点  </a:t>
            </a:r>
            <a:r>
              <a:rPr lang="zh-CN" altLang="en-US" b="1" dirty="0"/>
              <a:t>新授 总结与合作探究  作业  限时检测</a:t>
            </a:r>
            <a:endParaRPr lang="zh-CN" altLang="en-US" b="1" dirty="0"/>
          </a:p>
        </p:txBody>
      </p:sp>
      <p:sp>
        <p:nvSpPr>
          <p:cNvPr id="10" name="箭头: 上 9"/>
          <p:cNvSpPr/>
          <p:nvPr/>
        </p:nvSpPr>
        <p:spPr>
          <a:xfrm>
            <a:off x="2756967" y="6568653"/>
            <a:ext cx="216024" cy="288032"/>
          </a:xfrm>
          <a:prstGeom prst="up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FFC000"/>
                </a:solidFill>
              </a:ln>
              <a:solidFill>
                <a:srgbClr val="FFC000"/>
              </a:solidFill>
            </a:endParaRPr>
          </a:p>
        </p:txBody>
      </p:sp>
      <p:sp>
        <p:nvSpPr>
          <p:cNvPr id="2" name="标题 3"/>
          <p:cNvSpPr>
            <a:spLocks noGrp="1"/>
          </p:cNvSpPr>
          <p:nvPr/>
        </p:nvSpPr>
        <p:spPr>
          <a:xfrm>
            <a:off x="2026555" y="2968253"/>
            <a:ext cx="2160240" cy="814070"/>
          </a:xfrm>
          <a:prstGeom prst="rect">
            <a:avLst/>
          </a:prstGeom>
        </p:spPr>
        <p:txBody>
          <a:bodyPr anchor="ctr" anchorCtr="0"/>
          <a:lstStyle>
            <a:lvl1pPr algn="l" rtl="0" eaLnBrk="0" fontAlgn="base" hangingPunct="0">
              <a:spcBef>
                <a:spcPct val="0"/>
              </a:spcBef>
              <a:spcAft>
                <a:spcPct val="0"/>
              </a:spcAft>
              <a:defRPr lang="zh-CN" altLang="en-US" sz="2400" b="1" i="0" kern="120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vl2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2pPr>
            <a:lvl3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3pPr>
            <a:lvl4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4pPr>
            <a:lvl5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5pPr>
            <a:lvl6pPr marL="609600" algn="l" rtl="0" fontAlgn="base">
              <a:spcBef>
                <a:spcPct val="0"/>
              </a:spcBef>
              <a:spcAft>
                <a:spcPct val="0"/>
              </a:spcAft>
              <a:defRPr sz="3200" b="1">
                <a:solidFill>
                  <a:schemeClr val="tx1"/>
                </a:solidFill>
                <a:latin typeface="黑体" panose="02010609060101010101" charset="-122"/>
                <a:ea typeface="黑体" panose="02010609060101010101" charset="-122"/>
              </a:defRPr>
            </a:lvl6pPr>
            <a:lvl7pPr marL="1219200" algn="l" rtl="0" fontAlgn="base">
              <a:spcBef>
                <a:spcPct val="0"/>
              </a:spcBef>
              <a:spcAft>
                <a:spcPct val="0"/>
              </a:spcAft>
              <a:defRPr sz="3200" b="1">
                <a:solidFill>
                  <a:schemeClr val="tx1"/>
                </a:solidFill>
                <a:latin typeface="黑体" panose="02010609060101010101" charset="-122"/>
                <a:ea typeface="黑体" panose="02010609060101010101" charset="-122"/>
              </a:defRPr>
            </a:lvl7pPr>
            <a:lvl8pPr marL="1828800" algn="l" rtl="0" fontAlgn="base">
              <a:spcBef>
                <a:spcPct val="0"/>
              </a:spcBef>
              <a:spcAft>
                <a:spcPct val="0"/>
              </a:spcAft>
              <a:defRPr sz="3200" b="1">
                <a:solidFill>
                  <a:schemeClr val="tx1"/>
                </a:solidFill>
                <a:latin typeface="黑体" panose="02010609060101010101" charset="-122"/>
                <a:ea typeface="黑体" panose="02010609060101010101" charset="-122"/>
              </a:defRPr>
            </a:lvl8pPr>
            <a:lvl9pPr marL="2438400" algn="l" rtl="0" fontAlgn="base">
              <a:spcBef>
                <a:spcPct val="0"/>
              </a:spcBef>
              <a:spcAft>
                <a:spcPct val="0"/>
              </a:spcAft>
              <a:defRPr sz="3200" b="1">
                <a:solidFill>
                  <a:schemeClr val="tx1"/>
                </a:solidFill>
                <a:latin typeface="黑体" panose="02010609060101010101" charset="-122"/>
                <a:ea typeface="黑体" panose="02010609060101010101" charset="-122"/>
              </a:defRPr>
            </a:lvl9pPr>
          </a:lstStyle>
          <a:p>
            <a:r>
              <a:rPr lang="zh-CN" altLang="en-US" sz="4800" dirty="0"/>
              <a:t>目标：</a:t>
            </a:r>
            <a:endParaRPr lang="en-US" altLang="zh-CN" sz="4800" dirty="0"/>
          </a:p>
        </p:txBody>
      </p:sp>
      <p:sp>
        <p:nvSpPr>
          <p:cNvPr id="4" name="文本占位符 2"/>
          <p:cNvSpPr>
            <a:spLocks noGrp="1"/>
          </p:cNvSpPr>
          <p:nvPr/>
        </p:nvSpPr>
        <p:spPr>
          <a:xfrm>
            <a:off x="3909060" y="1858645"/>
            <a:ext cx="3295015" cy="3032125"/>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charset="-122"/>
                <a:ea typeface="黑体" panose="02010609060101010101" charset="-122"/>
                <a:cs typeface="+mn-cs"/>
              </a:defRPr>
            </a:lvl2pPr>
            <a:lvl3pPr marL="1219200" indent="0" algn="l" rtl="0" eaLnBrk="0" fontAlgn="base" hangingPunct="0">
              <a:spcBef>
                <a:spcPct val="20000"/>
              </a:spcBef>
              <a:spcAft>
                <a:spcPct val="0"/>
              </a:spcAft>
              <a:buFont typeface="Arial" panose="020B0604020202020204" pitchFamily="34" charset="0"/>
              <a:buNone/>
              <a:defRPr sz="1865" b="1" kern="1200">
                <a:solidFill>
                  <a:schemeClr val="tx1"/>
                </a:solidFill>
                <a:latin typeface="黑体" panose="02010609060101010101" charset="-122"/>
                <a:ea typeface="黑体" panose="02010609060101010101" charset="-122"/>
                <a:cs typeface="+mn-cs"/>
              </a:defRPr>
            </a:lvl3pPr>
            <a:lvl4pPr marL="1828800" indent="0" algn="l" rtl="0" eaLnBrk="0" fontAlgn="base" hangingPunct="0">
              <a:spcBef>
                <a:spcPct val="20000"/>
              </a:spcBef>
              <a:spcAft>
                <a:spcPct val="0"/>
              </a:spcAft>
              <a:buFont typeface="Arial" panose="020B0604020202020204" pitchFamily="34" charset="0"/>
              <a:buNone/>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0" indent="0">
              <a:lnSpc>
                <a:spcPct val="100000"/>
              </a:lnSpc>
              <a:buNone/>
            </a:pPr>
            <a:r>
              <a:rPr lang="zh-CN" altLang="en-US" sz="4000" dirty="0"/>
              <a:t>逻辑</a:t>
            </a:r>
            <a:r>
              <a:rPr lang="zh-CN" altLang="en-US" sz="4000" dirty="0"/>
              <a:t>代数</a:t>
            </a:r>
            <a:endParaRPr lang="zh-CN" altLang="en-US" sz="4000" dirty="0"/>
          </a:p>
          <a:p>
            <a:pPr marL="0" indent="0">
              <a:lnSpc>
                <a:spcPct val="100000"/>
              </a:lnSpc>
              <a:buNone/>
            </a:pPr>
            <a:r>
              <a:rPr lang="zh-CN" altLang="en-US" sz="4000" dirty="0"/>
              <a:t>基本</a:t>
            </a:r>
            <a:r>
              <a:rPr lang="zh-CN" altLang="en-US" sz="4000" dirty="0"/>
              <a:t>定律</a:t>
            </a:r>
            <a:endParaRPr lang="zh-CN" altLang="en-US" sz="4000" dirty="0"/>
          </a:p>
        </p:txBody>
      </p:sp>
    </p:spTree>
  </p:cSld>
  <p:clrMapOvr>
    <a:masterClrMapping/>
  </p:clrMapOvr>
  <mc:AlternateContent xmlns:mc="http://schemas.openxmlformats.org/markup-compatibility/2006">
    <mc:Choice xmlns:p14="http://schemas.microsoft.com/office/powerpoint/2010/main" Requires="p14">
      <p:transition spd="slow" p14:dur="2000" advClick="0" advTm="2000"/>
    </mc:Choice>
    <mc:Fallback>
      <p:transition spd="slow" advClick="0" advTm="2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nvSpPr>
        <p:spPr>
          <a:xfrm>
            <a:off x="850730" y="159941"/>
            <a:ext cx="8771021" cy="517190"/>
          </a:xfrm>
          <a:prstGeom prst="rect">
            <a:avLst/>
          </a:prstGeom>
        </p:spPr>
        <p:txBody>
          <a:bodyPr anchor="ctr" anchorCtr="0"/>
          <a:lstStyle>
            <a:lvl1pPr algn="l" rtl="0" eaLnBrk="0" fontAlgn="base" hangingPunct="0">
              <a:spcBef>
                <a:spcPct val="0"/>
              </a:spcBef>
              <a:spcAft>
                <a:spcPct val="0"/>
              </a:spcAft>
              <a:defRPr lang="zh-CN" altLang="en-US" sz="2400" b="1" i="0" kern="120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vl2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2pPr>
            <a:lvl3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3pPr>
            <a:lvl4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4pPr>
            <a:lvl5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5pPr>
            <a:lvl6pPr marL="609600" algn="l" rtl="0" fontAlgn="base">
              <a:spcBef>
                <a:spcPct val="0"/>
              </a:spcBef>
              <a:spcAft>
                <a:spcPct val="0"/>
              </a:spcAft>
              <a:defRPr sz="3200" b="1">
                <a:solidFill>
                  <a:schemeClr val="tx1"/>
                </a:solidFill>
                <a:latin typeface="黑体" panose="02010609060101010101" charset="-122"/>
                <a:ea typeface="黑体" panose="02010609060101010101" charset="-122"/>
              </a:defRPr>
            </a:lvl6pPr>
            <a:lvl7pPr marL="1219200" algn="l" rtl="0" fontAlgn="base">
              <a:spcBef>
                <a:spcPct val="0"/>
              </a:spcBef>
              <a:spcAft>
                <a:spcPct val="0"/>
              </a:spcAft>
              <a:defRPr sz="3200" b="1">
                <a:solidFill>
                  <a:schemeClr val="tx1"/>
                </a:solidFill>
                <a:latin typeface="黑体" panose="02010609060101010101" charset="-122"/>
                <a:ea typeface="黑体" panose="02010609060101010101" charset="-122"/>
              </a:defRPr>
            </a:lvl7pPr>
            <a:lvl8pPr marL="1828800" algn="l" rtl="0" fontAlgn="base">
              <a:spcBef>
                <a:spcPct val="0"/>
              </a:spcBef>
              <a:spcAft>
                <a:spcPct val="0"/>
              </a:spcAft>
              <a:defRPr sz="3200" b="1">
                <a:solidFill>
                  <a:schemeClr val="tx1"/>
                </a:solidFill>
                <a:latin typeface="黑体" panose="02010609060101010101" charset="-122"/>
                <a:ea typeface="黑体" panose="02010609060101010101" charset="-122"/>
              </a:defRPr>
            </a:lvl8pPr>
            <a:lvl9pPr marL="2438400" algn="l" rtl="0" fontAlgn="base">
              <a:spcBef>
                <a:spcPct val="0"/>
              </a:spcBef>
              <a:spcAft>
                <a:spcPct val="0"/>
              </a:spcAft>
              <a:defRPr sz="3200" b="1">
                <a:solidFill>
                  <a:schemeClr val="tx1"/>
                </a:solidFill>
                <a:latin typeface="黑体" panose="02010609060101010101" charset="-122"/>
                <a:ea typeface="黑体" panose="02010609060101010101" charset="-122"/>
              </a:defRPr>
            </a:lvl9pPr>
          </a:lstStyle>
          <a:p>
            <a:r>
              <a:rPr kumimoji="1" lang="zh-CN" altLang="en-US" dirty="0"/>
              <a:t>数字电路</a:t>
            </a:r>
            <a:endParaRPr kumimoji="1" lang="zh-CN" altLang="en-US" dirty="0"/>
          </a:p>
        </p:txBody>
      </p:sp>
      <p:pic>
        <p:nvPicPr>
          <p:cNvPr id="8" name="图片 7"/>
          <p:cNvPicPr>
            <a:picLocks noChangeAspect="1"/>
          </p:cNvPicPr>
          <p:nvPr/>
        </p:nvPicPr>
        <p:blipFill>
          <a:blip r:embed="rId1"/>
          <a:stretch>
            <a:fillRect/>
          </a:stretch>
        </p:blipFill>
        <p:spPr>
          <a:xfrm>
            <a:off x="10712193" y="6784677"/>
            <a:ext cx="2131747" cy="432048"/>
          </a:xfrm>
          <a:prstGeom prst="rect">
            <a:avLst/>
          </a:prstGeom>
        </p:spPr>
      </p:pic>
      <p:sp>
        <p:nvSpPr>
          <p:cNvPr id="5" name="矩形 4"/>
          <p:cNvSpPr/>
          <p:nvPr/>
        </p:nvSpPr>
        <p:spPr>
          <a:xfrm>
            <a:off x="0" y="6856685"/>
            <a:ext cx="10712193" cy="375965"/>
          </a:xfrm>
          <a:prstGeom prst="rect">
            <a:avLst/>
          </a:prstGeom>
          <a:solidFill>
            <a:srgbClr val="066197"/>
          </a:solidFill>
          <a:ln>
            <a:solidFill>
              <a:srgbClr val="0661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0" y="6826660"/>
            <a:ext cx="8373591" cy="433965"/>
          </a:xfrm>
          <a:prstGeom prst="rect">
            <a:avLst/>
          </a:prstGeom>
          <a:noFill/>
        </p:spPr>
        <p:txBody>
          <a:bodyPr wrap="square" rtlCol="0">
            <a:spAutoFit/>
          </a:bodyPr>
          <a:lstStyle/>
          <a:p>
            <a:pPr>
              <a:lnSpc>
                <a:spcPts val="2900"/>
              </a:lnSpc>
            </a:pPr>
            <a:r>
              <a:rPr lang="zh-CN" altLang="en-US" b="1" dirty="0"/>
              <a:t>知识回顾 新课导入  目标及重难点  </a:t>
            </a:r>
            <a:r>
              <a:rPr lang="zh-CN" altLang="en-US" sz="2000" b="1" dirty="0">
                <a:solidFill>
                  <a:schemeClr val="bg1"/>
                </a:solidFill>
              </a:rPr>
              <a:t>新授</a:t>
            </a:r>
            <a:r>
              <a:rPr lang="zh-CN" altLang="en-US" sz="2000" b="1" dirty="0"/>
              <a:t> </a:t>
            </a:r>
            <a:r>
              <a:rPr lang="zh-CN" altLang="en-US" b="1" dirty="0"/>
              <a:t>总结与合作探究  作业  限时检测</a:t>
            </a:r>
            <a:endParaRPr lang="zh-CN" altLang="en-US" b="1" dirty="0"/>
          </a:p>
        </p:txBody>
      </p:sp>
      <p:sp>
        <p:nvSpPr>
          <p:cNvPr id="10" name="箭头: 上 9"/>
          <p:cNvSpPr/>
          <p:nvPr/>
        </p:nvSpPr>
        <p:spPr>
          <a:xfrm>
            <a:off x="3693071" y="6568653"/>
            <a:ext cx="216024" cy="288032"/>
          </a:xfrm>
          <a:prstGeom prst="up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FFC000"/>
                </a:solidFill>
              </a:ln>
              <a:solidFill>
                <a:srgbClr val="FFC000"/>
              </a:solidFill>
            </a:endParaRPr>
          </a:p>
        </p:txBody>
      </p:sp>
      <p:sp>
        <p:nvSpPr>
          <p:cNvPr id="6" name="文本框 5"/>
          <p:cNvSpPr txBox="1"/>
          <p:nvPr/>
        </p:nvSpPr>
        <p:spPr>
          <a:xfrm>
            <a:off x="810895" y="665480"/>
            <a:ext cx="7716520" cy="645160"/>
          </a:xfrm>
          <a:prstGeom prst="rect">
            <a:avLst/>
          </a:prstGeom>
          <a:noFill/>
        </p:spPr>
        <p:txBody>
          <a:bodyPr wrap="square" rtlCol="0">
            <a:spAutoFit/>
          </a:bodyPr>
          <a:lstStyle/>
          <a:p>
            <a:r>
              <a:rPr lang="zh-CN" altLang="en-US" sz="3600" b="1" dirty="0"/>
              <a:t>一、逻辑</a:t>
            </a:r>
            <a:r>
              <a:rPr lang="zh-CN" altLang="en-US" sz="3600" b="1" dirty="0"/>
              <a:t>代数</a:t>
            </a:r>
            <a:endParaRPr lang="zh-CN" altLang="en-US" sz="3600" b="1" dirty="0"/>
          </a:p>
        </p:txBody>
      </p:sp>
      <p:sp>
        <p:nvSpPr>
          <p:cNvPr id="7" name="文本框 6"/>
          <p:cNvSpPr txBox="1"/>
          <p:nvPr/>
        </p:nvSpPr>
        <p:spPr>
          <a:xfrm>
            <a:off x="1388745" y="1311910"/>
            <a:ext cx="10585450" cy="3969385"/>
          </a:xfrm>
          <a:prstGeom prst="rect">
            <a:avLst/>
          </a:prstGeom>
          <a:noFill/>
        </p:spPr>
        <p:txBody>
          <a:bodyPr wrap="square" rtlCol="0" anchor="t">
            <a:spAutoFit/>
          </a:bodyPr>
          <a:p>
            <a:r>
              <a:rPr lang="en-US" altLang="zh-CN" sz="2800" b="1">
                <a:solidFill>
                  <a:srgbClr val="1542FF"/>
                </a:solidFill>
              </a:rPr>
              <a:t>1.</a:t>
            </a:r>
            <a:r>
              <a:rPr lang="zh-CN" altLang="en-US" sz="2800" b="1">
                <a:solidFill>
                  <a:srgbClr val="1542FF"/>
                </a:solidFill>
              </a:rPr>
              <a:t>逻辑变量</a:t>
            </a:r>
            <a:r>
              <a:rPr lang="en-US" altLang="zh-CN" sz="2800" b="1">
                <a:solidFill>
                  <a:srgbClr val="1542FF"/>
                </a:solidFill>
              </a:rPr>
              <a:t>:</a:t>
            </a:r>
            <a:r>
              <a:rPr lang="zh-CN" altLang="en-US" sz="2800"/>
              <a:t>在逻辑电路中</a:t>
            </a:r>
            <a:r>
              <a:rPr lang="en-US" altLang="zh-CN" sz="2800"/>
              <a:t>,</a:t>
            </a:r>
            <a:r>
              <a:rPr lang="zh-CN" altLang="en-US" sz="2800"/>
              <a:t>输入、输出状态即为逻辑变量。</a:t>
            </a:r>
            <a:endParaRPr lang="zh-CN" altLang="en-US" sz="2800"/>
          </a:p>
          <a:p>
            <a:r>
              <a:rPr lang="en-US" altLang="zh-CN" sz="2800" b="1">
                <a:solidFill>
                  <a:srgbClr val="1542FF"/>
                </a:solidFill>
              </a:rPr>
              <a:t>2.逻辑函数式:</a:t>
            </a:r>
            <a:r>
              <a:rPr lang="zh-CN" altLang="en-US" sz="2800"/>
              <a:t>逻辑变量用逻辑运算符号连接起来的表达式。</a:t>
            </a:r>
            <a:endParaRPr lang="zh-CN" altLang="en-US" sz="2800"/>
          </a:p>
          <a:p>
            <a:r>
              <a:rPr lang="en-US" altLang="zh-CN" sz="2800" b="1">
                <a:solidFill>
                  <a:srgbClr val="1542FF"/>
                </a:solidFill>
              </a:rPr>
              <a:t>3.基本逻辑运算:</a:t>
            </a:r>
            <a:r>
              <a:rPr lang="zh-CN" altLang="en-US" sz="2800"/>
              <a:t>与、或、非</a:t>
            </a:r>
            <a:r>
              <a:rPr lang="en-US" altLang="zh-CN" sz="2800"/>
              <a:t>,</a:t>
            </a:r>
            <a:r>
              <a:rPr lang="zh-CN" altLang="en-US" sz="2800"/>
              <a:t>它们又称逻辑乘、逻辑加、逻辑非</a:t>
            </a:r>
            <a:r>
              <a:rPr lang="en-US" altLang="zh-CN" sz="2800"/>
              <a:t>,</a:t>
            </a:r>
            <a:r>
              <a:rPr lang="zh-CN" altLang="en-US" sz="2800"/>
              <a:t>实现这些运算的门分别为与门、或门和非门。</a:t>
            </a:r>
            <a:endParaRPr lang="zh-CN" altLang="en-US" sz="2800"/>
          </a:p>
          <a:p>
            <a:r>
              <a:rPr lang="en-US" altLang="zh-CN" sz="2800" b="1">
                <a:solidFill>
                  <a:srgbClr val="1542FF"/>
                </a:solidFill>
              </a:rPr>
              <a:t>4.逻辑运算的次序:</a:t>
            </a:r>
            <a:r>
              <a:rPr lang="zh-CN" altLang="en-US" sz="2800"/>
              <a:t>如果有括号先进行括号内的运算</a:t>
            </a:r>
            <a:r>
              <a:rPr lang="en-US" altLang="zh-CN" sz="2800"/>
              <a:t>,</a:t>
            </a:r>
            <a:r>
              <a:rPr lang="zh-CN" altLang="en-US" sz="2800"/>
              <a:t>没有括号则先算非号下的内容</a:t>
            </a:r>
            <a:r>
              <a:rPr lang="en-US" altLang="zh-CN" sz="2800"/>
              <a:t>,</a:t>
            </a:r>
            <a:r>
              <a:rPr lang="zh-CN" altLang="en-US" sz="2800"/>
              <a:t>取非后再按乘、加的次序依次运算。</a:t>
            </a:r>
            <a:endParaRPr lang="zh-CN" altLang="en-US" sz="2800"/>
          </a:p>
          <a:p>
            <a:r>
              <a:rPr lang="en-US" altLang="zh-CN" sz="2800" b="1">
                <a:solidFill>
                  <a:srgbClr val="1542FF"/>
                </a:solidFill>
              </a:rPr>
              <a:t>5.逻辑运算的作用:</a:t>
            </a:r>
            <a:r>
              <a:rPr lang="zh-CN" altLang="en-US" sz="2800"/>
              <a:t>是研究逻辑电路的数学工具</a:t>
            </a:r>
            <a:r>
              <a:rPr lang="en-US" altLang="zh-CN" sz="2800"/>
              <a:t>,</a:t>
            </a:r>
            <a:r>
              <a:rPr lang="zh-CN" altLang="en-US" sz="2800"/>
              <a:t>利用逻辑代数可以判定一个已知逻辑电路的功能或者根据需要的逻辑功能去研究和简化一个相应的逻辑电路。</a:t>
            </a:r>
            <a:endParaRPr lang="zh-CN" altLang="en-US" sz="2800"/>
          </a:p>
        </p:txBody>
      </p:sp>
    </p:spTree>
  </p:cSld>
  <p:clrMapOvr>
    <a:masterClrMapping/>
  </p:clrMapOvr>
  <mc:AlternateContent xmlns:mc="http://schemas.openxmlformats.org/markup-compatibility/2006">
    <mc:Choice xmlns:p14="http://schemas.microsoft.com/office/powerpoint/2010/main" Requires="p14">
      <p:transition spd="slow" p14:dur="2000" advClick="0" advTm="2000"/>
    </mc:Choice>
    <mc:Fallback>
      <p:transition spd="slow" advClick="0" advTm="2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nvSpPr>
        <p:spPr>
          <a:xfrm>
            <a:off x="850730" y="159941"/>
            <a:ext cx="8771021" cy="517190"/>
          </a:xfrm>
          <a:prstGeom prst="rect">
            <a:avLst/>
          </a:prstGeom>
        </p:spPr>
        <p:txBody>
          <a:bodyPr anchor="ctr" anchorCtr="0"/>
          <a:lstStyle>
            <a:lvl1pPr algn="l" rtl="0" eaLnBrk="0" fontAlgn="base" hangingPunct="0">
              <a:spcBef>
                <a:spcPct val="0"/>
              </a:spcBef>
              <a:spcAft>
                <a:spcPct val="0"/>
              </a:spcAft>
              <a:defRPr lang="zh-CN" altLang="en-US" sz="2400" b="1" i="0" kern="120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vl2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2pPr>
            <a:lvl3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3pPr>
            <a:lvl4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4pPr>
            <a:lvl5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5pPr>
            <a:lvl6pPr marL="609600" algn="l" rtl="0" fontAlgn="base">
              <a:spcBef>
                <a:spcPct val="0"/>
              </a:spcBef>
              <a:spcAft>
                <a:spcPct val="0"/>
              </a:spcAft>
              <a:defRPr sz="3200" b="1">
                <a:solidFill>
                  <a:schemeClr val="tx1"/>
                </a:solidFill>
                <a:latin typeface="黑体" panose="02010609060101010101" charset="-122"/>
                <a:ea typeface="黑体" panose="02010609060101010101" charset="-122"/>
              </a:defRPr>
            </a:lvl6pPr>
            <a:lvl7pPr marL="1219200" algn="l" rtl="0" fontAlgn="base">
              <a:spcBef>
                <a:spcPct val="0"/>
              </a:spcBef>
              <a:spcAft>
                <a:spcPct val="0"/>
              </a:spcAft>
              <a:defRPr sz="3200" b="1">
                <a:solidFill>
                  <a:schemeClr val="tx1"/>
                </a:solidFill>
                <a:latin typeface="黑体" panose="02010609060101010101" charset="-122"/>
                <a:ea typeface="黑体" panose="02010609060101010101" charset="-122"/>
              </a:defRPr>
            </a:lvl7pPr>
            <a:lvl8pPr marL="1828800" algn="l" rtl="0" fontAlgn="base">
              <a:spcBef>
                <a:spcPct val="0"/>
              </a:spcBef>
              <a:spcAft>
                <a:spcPct val="0"/>
              </a:spcAft>
              <a:defRPr sz="3200" b="1">
                <a:solidFill>
                  <a:schemeClr val="tx1"/>
                </a:solidFill>
                <a:latin typeface="黑体" panose="02010609060101010101" charset="-122"/>
                <a:ea typeface="黑体" panose="02010609060101010101" charset="-122"/>
              </a:defRPr>
            </a:lvl8pPr>
            <a:lvl9pPr marL="2438400" algn="l" rtl="0" fontAlgn="base">
              <a:spcBef>
                <a:spcPct val="0"/>
              </a:spcBef>
              <a:spcAft>
                <a:spcPct val="0"/>
              </a:spcAft>
              <a:defRPr sz="3200" b="1">
                <a:solidFill>
                  <a:schemeClr val="tx1"/>
                </a:solidFill>
                <a:latin typeface="黑体" panose="02010609060101010101" charset="-122"/>
                <a:ea typeface="黑体" panose="02010609060101010101" charset="-122"/>
              </a:defRPr>
            </a:lvl9pPr>
          </a:lstStyle>
          <a:p>
            <a:r>
              <a:rPr kumimoji="1" lang="zh-CN" altLang="en-US" dirty="0"/>
              <a:t>数字电路</a:t>
            </a:r>
            <a:endParaRPr kumimoji="1" lang="zh-CN" altLang="en-US" dirty="0"/>
          </a:p>
        </p:txBody>
      </p:sp>
      <p:pic>
        <p:nvPicPr>
          <p:cNvPr id="8" name="图片 7"/>
          <p:cNvPicPr>
            <a:picLocks noChangeAspect="1"/>
          </p:cNvPicPr>
          <p:nvPr/>
        </p:nvPicPr>
        <p:blipFill>
          <a:blip r:embed="rId1"/>
          <a:stretch>
            <a:fillRect/>
          </a:stretch>
        </p:blipFill>
        <p:spPr>
          <a:xfrm>
            <a:off x="10712193" y="6784677"/>
            <a:ext cx="2131747" cy="432048"/>
          </a:xfrm>
          <a:prstGeom prst="rect">
            <a:avLst/>
          </a:prstGeom>
        </p:spPr>
      </p:pic>
      <p:sp>
        <p:nvSpPr>
          <p:cNvPr id="5" name="矩形 4"/>
          <p:cNvSpPr/>
          <p:nvPr/>
        </p:nvSpPr>
        <p:spPr>
          <a:xfrm>
            <a:off x="0" y="6856685"/>
            <a:ext cx="10712193" cy="375965"/>
          </a:xfrm>
          <a:prstGeom prst="rect">
            <a:avLst/>
          </a:prstGeom>
          <a:solidFill>
            <a:srgbClr val="066197"/>
          </a:solidFill>
          <a:ln>
            <a:solidFill>
              <a:srgbClr val="0661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0" y="6826660"/>
            <a:ext cx="8373591" cy="433965"/>
          </a:xfrm>
          <a:prstGeom prst="rect">
            <a:avLst/>
          </a:prstGeom>
          <a:noFill/>
        </p:spPr>
        <p:txBody>
          <a:bodyPr wrap="square" rtlCol="0">
            <a:spAutoFit/>
          </a:bodyPr>
          <a:lstStyle/>
          <a:p>
            <a:pPr>
              <a:lnSpc>
                <a:spcPts val="2900"/>
              </a:lnSpc>
            </a:pPr>
            <a:r>
              <a:rPr lang="zh-CN" altLang="en-US" b="1" dirty="0"/>
              <a:t>知识回顾 新课导入  目标及重难点  </a:t>
            </a:r>
            <a:r>
              <a:rPr lang="zh-CN" altLang="en-US" sz="2000" b="1" dirty="0">
                <a:solidFill>
                  <a:schemeClr val="bg1"/>
                </a:solidFill>
              </a:rPr>
              <a:t>新授</a:t>
            </a:r>
            <a:r>
              <a:rPr lang="zh-CN" altLang="en-US" sz="2000" b="1" dirty="0"/>
              <a:t> </a:t>
            </a:r>
            <a:r>
              <a:rPr lang="zh-CN" altLang="en-US" b="1" dirty="0"/>
              <a:t>总结与合作探究  作业  限时检测</a:t>
            </a:r>
            <a:endParaRPr lang="zh-CN" altLang="en-US" b="1" dirty="0"/>
          </a:p>
        </p:txBody>
      </p:sp>
      <p:sp>
        <p:nvSpPr>
          <p:cNvPr id="10" name="箭头: 上 9"/>
          <p:cNvSpPr/>
          <p:nvPr/>
        </p:nvSpPr>
        <p:spPr>
          <a:xfrm>
            <a:off x="3693071" y="6568653"/>
            <a:ext cx="216024" cy="288032"/>
          </a:xfrm>
          <a:prstGeom prst="up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FFC000"/>
                </a:solidFill>
              </a:ln>
              <a:solidFill>
                <a:srgbClr val="FFC000"/>
              </a:solidFill>
            </a:endParaRPr>
          </a:p>
        </p:txBody>
      </p:sp>
      <p:sp>
        <p:nvSpPr>
          <p:cNvPr id="6" name="文本框 5"/>
          <p:cNvSpPr txBox="1"/>
          <p:nvPr/>
        </p:nvSpPr>
        <p:spPr>
          <a:xfrm>
            <a:off x="810895" y="665480"/>
            <a:ext cx="7716520" cy="645160"/>
          </a:xfrm>
          <a:prstGeom prst="rect">
            <a:avLst/>
          </a:prstGeom>
          <a:noFill/>
        </p:spPr>
        <p:txBody>
          <a:bodyPr wrap="square" rtlCol="0">
            <a:spAutoFit/>
          </a:bodyPr>
          <a:lstStyle/>
          <a:p>
            <a:r>
              <a:rPr lang="zh-CN" altLang="en-US" sz="3600" b="1" dirty="0"/>
              <a:t>二、基本</a:t>
            </a:r>
            <a:r>
              <a:rPr lang="zh-CN" altLang="en-US" sz="3600" b="1" dirty="0"/>
              <a:t>定律</a:t>
            </a:r>
            <a:endParaRPr lang="zh-CN" altLang="en-US" sz="3600" b="1" dirty="0"/>
          </a:p>
        </p:txBody>
      </p:sp>
      <p:pic>
        <p:nvPicPr>
          <p:cNvPr id="2" name="图片 1" descr="80d39739-b634-468f-a395-1fcf46e928f1"/>
          <p:cNvPicPr>
            <a:picLocks noChangeAspect="1"/>
          </p:cNvPicPr>
          <p:nvPr/>
        </p:nvPicPr>
        <p:blipFill>
          <a:blip r:embed="rId2"/>
          <a:stretch>
            <a:fillRect/>
          </a:stretch>
        </p:blipFill>
        <p:spPr>
          <a:xfrm>
            <a:off x="1532890" y="1205865"/>
            <a:ext cx="9769475" cy="51212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Click="0" advTm="2000"/>
    </mc:Choice>
    <mc:Fallback>
      <p:transition spd="slow" advClick="0" advTm="200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nvSpPr>
        <p:spPr>
          <a:xfrm>
            <a:off x="710880" y="2225952"/>
            <a:ext cx="10749598" cy="3882240"/>
          </a:xfrm>
          <a:prstGeom prst="rect">
            <a:avLst/>
          </a:prstGeom>
        </p:spPr>
        <p:txBody>
          <a:bodyPr/>
          <a:lstStyle>
            <a:lvl1pPr marL="360045"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l"/>
              <a:defRPr lang="en-US" altLang="zh-CN"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gn="l" rtl="0" eaLnBrk="0" fontAlgn="base" hangingPunct="0">
              <a:lnSpc>
                <a:spcPct val="150000"/>
              </a:lnSpc>
              <a:spcBef>
                <a:spcPct val="20000"/>
              </a:spcBef>
              <a:spcAft>
                <a:spcPct val="0"/>
              </a:spcAft>
              <a:buFont typeface="Wingdings" panose="05000000000000000000" pitchFamily="2" charset="2"/>
              <a:buChar char="l"/>
              <a:defRPr lang="en-US" altLang="zh-CN" sz="1400" b="0" i="0" kern="1200" dirty="0">
                <a:solidFill>
                  <a:schemeClr val="tx1"/>
                </a:solidFill>
                <a:latin typeface="Alibaba PuHuiTi R" pitchFamily="18" charset="-122"/>
                <a:ea typeface="Alibaba PuHuiTi R" pitchFamily="18" charset="-122"/>
                <a:cs typeface="Alibaba PuHuiTi R" pitchFamily="18" charset="-122"/>
              </a:defRPr>
            </a:lvl2pPr>
            <a:lvl3pPr marL="1079500" indent="-358775" algn="l" rtl="0" eaLnBrk="0" fontAlgn="base" hangingPunct="0">
              <a:lnSpc>
                <a:spcPct val="150000"/>
              </a:lnSpc>
              <a:spcBef>
                <a:spcPct val="20000"/>
              </a:spcBef>
              <a:spcAft>
                <a:spcPct val="0"/>
              </a:spcAft>
              <a:buFont typeface="Arial" panose="020B0604020202020204" pitchFamily="34" charset="0"/>
              <a:buChar char="•"/>
              <a:defRPr lang="zh-CN" altLang="en-US" sz="1400" b="0" i="0" kern="1200" dirty="0">
                <a:solidFill>
                  <a:schemeClr val="tx1"/>
                </a:solidFill>
                <a:latin typeface="黑体" panose="02010609060101010101" charset="-122"/>
                <a:ea typeface="黑体" panose="02010609060101010101"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endParaRPr lang="en-US" altLang="zh-CN" dirty="0"/>
          </a:p>
        </p:txBody>
      </p:sp>
      <p:sp>
        <p:nvSpPr>
          <p:cNvPr id="3" name="标题 2"/>
          <p:cNvSpPr>
            <a:spLocks noGrp="1"/>
          </p:cNvSpPr>
          <p:nvPr/>
        </p:nvSpPr>
        <p:spPr>
          <a:xfrm>
            <a:off x="850730" y="159941"/>
            <a:ext cx="8771021" cy="517190"/>
          </a:xfrm>
          <a:prstGeom prst="rect">
            <a:avLst/>
          </a:prstGeom>
        </p:spPr>
        <p:txBody>
          <a:bodyPr anchor="ctr" anchorCtr="0"/>
          <a:lstStyle>
            <a:lvl1pPr algn="l" rtl="0" eaLnBrk="0" fontAlgn="base" hangingPunct="0">
              <a:spcBef>
                <a:spcPct val="0"/>
              </a:spcBef>
              <a:spcAft>
                <a:spcPct val="0"/>
              </a:spcAft>
              <a:defRPr lang="zh-CN" altLang="en-US" sz="2400" b="1" i="0" kern="120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vl2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2pPr>
            <a:lvl3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3pPr>
            <a:lvl4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4pPr>
            <a:lvl5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5pPr>
            <a:lvl6pPr marL="609600" algn="l" rtl="0" fontAlgn="base">
              <a:spcBef>
                <a:spcPct val="0"/>
              </a:spcBef>
              <a:spcAft>
                <a:spcPct val="0"/>
              </a:spcAft>
              <a:defRPr sz="3200" b="1">
                <a:solidFill>
                  <a:schemeClr val="tx1"/>
                </a:solidFill>
                <a:latin typeface="黑体" panose="02010609060101010101" charset="-122"/>
                <a:ea typeface="黑体" panose="02010609060101010101" charset="-122"/>
              </a:defRPr>
            </a:lvl6pPr>
            <a:lvl7pPr marL="1219200" algn="l" rtl="0" fontAlgn="base">
              <a:spcBef>
                <a:spcPct val="0"/>
              </a:spcBef>
              <a:spcAft>
                <a:spcPct val="0"/>
              </a:spcAft>
              <a:defRPr sz="3200" b="1">
                <a:solidFill>
                  <a:schemeClr val="tx1"/>
                </a:solidFill>
                <a:latin typeface="黑体" panose="02010609060101010101" charset="-122"/>
                <a:ea typeface="黑体" panose="02010609060101010101" charset="-122"/>
              </a:defRPr>
            </a:lvl7pPr>
            <a:lvl8pPr marL="1828800" algn="l" rtl="0" fontAlgn="base">
              <a:spcBef>
                <a:spcPct val="0"/>
              </a:spcBef>
              <a:spcAft>
                <a:spcPct val="0"/>
              </a:spcAft>
              <a:defRPr sz="3200" b="1">
                <a:solidFill>
                  <a:schemeClr val="tx1"/>
                </a:solidFill>
                <a:latin typeface="黑体" panose="02010609060101010101" charset="-122"/>
                <a:ea typeface="黑体" panose="02010609060101010101" charset="-122"/>
              </a:defRPr>
            </a:lvl8pPr>
            <a:lvl9pPr marL="2438400" algn="l" rtl="0" fontAlgn="base">
              <a:spcBef>
                <a:spcPct val="0"/>
              </a:spcBef>
              <a:spcAft>
                <a:spcPct val="0"/>
              </a:spcAft>
              <a:defRPr sz="3200" b="1">
                <a:solidFill>
                  <a:schemeClr val="tx1"/>
                </a:solidFill>
                <a:latin typeface="黑体" panose="02010609060101010101" charset="-122"/>
                <a:ea typeface="黑体" panose="02010609060101010101" charset="-122"/>
              </a:defRPr>
            </a:lvl9pPr>
          </a:lstStyle>
          <a:p>
            <a:r>
              <a:rPr kumimoji="1" lang="zh-CN" altLang="en-US" dirty="0"/>
              <a:t>总结</a:t>
            </a:r>
            <a:endParaRPr kumimoji="1" lang="zh-CN" altLang="en-US" dirty="0"/>
          </a:p>
        </p:txBody>
      </p:sp>
      <p:pic>
        <p:nvPicPr>
          <p:cNvPr id="8" name="图片 7"/>
          <p:cNvPicPr>
            <a:picLocks noChangeAspect="1"/>
          </p:cNvPicPr>
          <p:nvPr/>
        </p:nvPicPr>
        <p:blipFill>
          <a:blip r:embed="rId1"/>
          <a:stretch>
            <a:fillRect/>
          </a:stretch>
        </p:blipFill>
        <p:spPr>
          <a:xfrm>
            <a:off x="10712193" y="6784677"/>
            <a:ext cx="2131747" cy="432048"/>
          </a:xfrm>
          <a:prstGeom prst="rect">
            <a:avLst/>
          </a:prstGeom>
        </p:spPr>
      </p:pic>
      <p:sp>
        <p:nvSpPr>
          <p:cNvPr id="5" name="矩形 4"/>
          <p:cNvSpPr/>
          <p:nvPr/>
        </p:nvSpPr>
        <p:spPr>
          <a:xfrm>
            <a:off x="0" y="6856685"/>
            <a:ext cx="10712193" cy="375965"/>
          </a:xfrm>
          <a:prstGeom prst="rect">
            <a:avLst/>
          </a:prstGeom>
          <a:solidFill>
            <a:srgbClr val="066197"/>
          </a:solidFill>
          <a:ln>
            <a:solidFill>
              <a:srgbClr val="0661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0" y="6826660"/>
            <a:ext cx="8373591" cy="433965"/>
          </a:xfrm>
          <a:prstGeom prst="rect">
            <a:avLst/>
          </a:prstGeom>
          <a:noFill/>
        </p:spPr>
        <p:txBody>
          <a:bodyPr wrap="square" rtlCol="0">
            <a:spAutoFit/>
          </a:bodyPr>
          <a:lstStyle/>
          <a:p>
            <a:pPr>
              <a:lnSpc>
                <a:spcPts val="2900"/>
              </a:lnSpc>
            </a:pPr>
            <a:r>
              <a:rPr lang="zh-CN" altLang="en-US" b="1" dirty="0"/>
              <a:t>知识回顾 新课导入  目标及重难点  新授 </a:t>
            </a:r>
            <a:r>
              <a:rPr lang="zh-CN" altLang="en-US" sz="2000" b="1" dirty="0">
                <a:solidFill>
                  <a:schemeClr val="bg1"/>
                </a:solidFill>
              </a:rPr>
              <a:t>总结与合作探究</a:t>
            </a:r>
            <a:r>
              <a:rPr lang="zh-CN" altLang="en-US" b="1" dirty="0"/>
              <a:t>  作业  限时检测</a:t>
            </a:r>
            <a:endParaRPr lang="zh-CN" altLang="en-US" b="1" dirty="0"/>
          </a:p>
        </p:txBody>
      </p:sp>
      <p:sp>
        <p:nvSpPr>
          <p:cNvPr id="10" name="箭头: 上 9"/>
          <p:cNvSpPr/>
          <p:nvPr/>
        </p:nvSpPr>
        <p:spPr>
          <a:xfrm>
            <a:off x="4845199" y="6553641"/>
            <a:ext cx="216024" cy="288032"/>
          </a:xfrm>
          <a:prstGeom prst="up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FFC000"/>
                </a:solidFill>
              </a:ln>
              <a:solidFill>
                <a:srgbClr val="FFC000"/>
              </a:solidFill>
            </a:endParaRPr>
          </a:p>
        </p:txBody>
      </p:sp>
      <p:sp>
        <p:nvSpPr>
          <p:cNvPr id="13" name="文本占位符 3"/>
          <p:cNvSpPr>
            <a:spLocks noGrp="1"/>
          </p:cNvSpPr>
          <p:nvPr/>
        </p:nvSpPr>
        <p:spPr>
          <a:xfrm>
            <a:off x="850730" y="695080"/>
            <a:ext cx="10749599" cy="517190"/>
          </a:xfrm>
          <a:prstGeom prst="rect">
            <a:avLst/>
          </a:prstGeom>
        </p:spPr>
        <p:txBody>
          <a:bodyPr anchor="ctr" anchorCtr="0"/>
          <a:lstStyle>
            <a:lvl1pPr marL="0" indent="0" algn="l" rtl="0" eaLnBrk="0" fontAlgn="base" hangingPunct="0">
              <a:spcBef>
                <a:spcPct val="20000"/>
              </a:spcBef>
              <a:spcAft>
                <a:spcPct val="0"/>
              </a:spcAft>
              <a:buFont typeface="Arial" panose="020B0604020202020204" pitchFamily="34" charset="0"/>
              <a:buNone/>
              <a:defRPr lang="zh-CN" altLang="en-US" sz="1800" b="1"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charset="-122"/>
                <a:ea typeface="黑体" panose="02010609060101010101"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charset="-122"/>
                <a:ea typeface="黑体" panose="02010609060101010101"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r>
              <a:rPr kumimoji="1" lang="en-US" altLang="zh-CN" dirty="0"/>
              <a:t> </a:t>
            </a:r>
            <a:endParaRPr kumimoji="1" lang="zh-CN" altLang="en-US" dirty="0"/>
          </a:p>
        </p:txBody>
      </p:sp>
      <p:sp>
        <p:nvSpPr>
          <p:cNvPr id="2" name="文本占位符 2"/>
          <p:cNvSpPr>
            <a:spLocks noGrp="1"/>
          </p:cNvSpPr>
          <p:nvPr/>
        </p:nvSpPr>
        <p:spPr>
          <a:xfrm>
            <a:off x="3705249" y="1345126"/>
            <a:ext cx="5040560" cy="398818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charset="-122"/>
                <a:ea typeface="黑体" panose="02010609060101010101" charset="-122"/>
                <a:cs typeface="+mn-cs"/>
              </a:defRPr>
            </a:lvl2pPr>
            <a:lvl3pPr marL="1219200" indent="0" algn="l" rtl="0" eaLnBrk="0" fontAlgn="base" hangingPunct="0">
              <a:spcBef>
                <a:spcPct val="20000"/>
              </a:spcBef>
              <a:spcAft>
                <a:spcPct val="0"/>
              </a:spcAft>
              <a:buFont typeface="Arial" panose="020B0604020202020204" pitchFamily="34" charset="0"/>
              <a:buNone/>
              <a:defRPr sz="1865" b="1" kern="1200">
                <a:solidFill>
                  <a:schemeClr val="tx1"/>
                </a:solidFill>
                <a:latin typeface="黑体" panose="02010609060101010101" charset="-122"/>
                <a:ea typeface="黑体" panose="02010609060101010101" charset="-122"/>
                <a:cs typeface="+mn-cs"/>
              </a:defRPr>
            </a:lvl3pPr>
            <a:lvl4pPr marL="1828800" indent="0" algn="l" rtl="0" eaLnBrk="0" fontAlgn="base" hangingPunct="0">
              <a:spcBef>
                <a:spcPct val="20000"/>
              </a:spcBef>
              <a:spcAft>
                <a:spcPct val="0"/>
              </a:spcAft>
              <a:buFont typeface="Arial" panose="020B0604020202020204" pitchFamily="34" charset="0"/>
              <a:buNone/>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0" indent="0">
              <a:lnSpc>
                <a:spcPct val="100000"/>
              </a:lnSpc>
              <a:buNone/>
            </a:pPr>
            <a:r>
              <a:rPr lang="zh-CN" altLang="en-US" sz="4000" dirty="0">
                <a:sym typeface="+mn-ea"/>
              </a:rPr>
              <a:t>逻辑代数</a:t>
            </a:r>
            <a:endParaRPr lang="zh-CN" altLang="en-US" sz="4000" dirty="0"/>
          </a:p>
          <a:p>
            <a:pPr marL="0" indent="0">
              <a:lnSpc>
                <a:spcPct val="100000"/>
              </a:lnSpc>
              <a:buNone/>
            </a:pPr>
            <a:r>
              <a:rPr lang="zh-CN" altLang="en-US" sz="4000" dirty="0">
                <a:sym typeface="+mn-ea"/>
              </a:rPr>
              <a:t>基本定律</a:t>
            </a:r>
            <a:endParaRPr lang="en-US" altLang="zh-CN" sz="4000" dirty="0"/>
          </a:p>
        </p:txBody>
      </p:sp>
    </p:spTree>
  </p:cSld>
  <p:clrMapOvr>
    <a:masterClrMapping/>
  </p:clrMapOvr>
  <mc:AlternateContent xmlns:mc="http://schemas.openxmlformats.org/markup-compatibility/2006">
    <mc:Choice xmlns:p14="http://schemas.microsoft.com/office/powerpoint/2010/main" Requires="p14">
      <p:transition spd="slow" p14:dur="2000" advClick="0" advTm="2000"/>
    </mc:Choice>
    <mc:Fallback>
      <p:transition spd="slow" advClick="0" advTm="200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nvSpPr>
        <p:spPr>
          <a:xfrm>
            <a:off x="710881" y="1646134"/>
            <a:ext cx="10749598" cy="4462058"/>
          </a:xfrm>
          <a:prstGeom prst="rect">
            <a:avLst/>
          </a:prstGeom>
        </p:spPr>
        <p:txBody>
          <a:bodyPr/>
          <a:lstStyle>
            <a:lvl1pPr marL="360045"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l"/>
              <a:defRPr lang="en-US" altLang="zh-CN"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gn="l" rtl="0" eaLnBrk="0" fontAlgn="base" hangingPunct="0">
              <a:lnSpc>
                <a:spcPct val="150000"/>
              </a:lnSpc>
              <a:spcBef>
                <a:spcPct val="20000"/>
              </a:spcBef>
              <a:spcAft>
                <a:spcPct val="0"/>
              </a:spcAft>
              <a:buFont typeface="Wingdings" panose="05000000000000000000" pitchFamily="2" charset="2"/>
              <a:buChar char="l"/>
              <a:defRPr lang="en-US" altLang="zh-CN" sz="1400" b="0" i="0" kern="1200" dirty="0">
                <a:solidFill>
                  <a:schemeClr val="tx1"/>
                </a:solidFill>
                <a:latin typeface="Alibaba PuHuiTi R" pitchFamily="18" charset="-122"/>
                <a:ea typeface="Alibaba PuHuiTi R" pitchFamily="18" charset="-122"/>
                <a:cs typeface="Alibaba PuHuiTi R" pitchFamily="18" charset="-122"/>
              </a:defRPr>
            </a:lvl2pPr>
            <a:lvl3pPr marL="1079500" indent="-358775" algn="l" rtl="0" eaLnBrk="0" fontAlgn="base" hangingPunct="0">
              <a:lnSpc>
                <a:spcPct val="150000"/>
              </a:lnSpc>
              <a:spcBef>
                <a:spcPct val="20000"/>
              </a:spcBef>
              <a:spcAft>
                <a:spcPct val="0"/>
              </a:spcAft>
              <a:buFont typeface="Arial" panose="020B0604020202020204" pitchFamily="34" charset="0"/>
              <a:buChar char="•"/>
              <a:defRPr lang="zh-CN" altLang="en-US" sz="1400" b="0" i="0" kern="1200" dirty="0">
                <a:solidFill>
                  <a:schemeClr val="tx1"/>
                </a:solidFill>
                <a:latin typeface="黑体" panose="02010609060101010101" charset="-122"/>
                <a:ea typeface="黑体" panose="02010609060101010101"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endParaRPr lang="en-US" altLang="zh-CN" dirty="0"/>
          </a:p>
        </p:txBody>
      </p:sp>
      <p:sp>
        <p:nvSpPr>
          <p:cNvPr id="3" name="标题 2"/>
          <p:cNvSpPr>
            <a:spLocks noGrp="1"/>
          </p:cNvSpPr>
          <p:nvPr/>
        </p:nvSpPr>
        <p:spPr>
          <a:xfrm>
            <a:off x="883823" y="201777"/>
            <a:ext cx="8771021" cy="517190"/>
          </a:xfrm>
          <a:prstGeom prst="rect">
            <a:avLst/>
          </a:prstGeom>
        </p:spPr>
        <p:txBody>
          <a:bodyPr anchor="ctr" anchorCtr="0"/>
          <a:lstStyle>
            <a:lvl1pPr algn="l" rtl="0" eaLnBrk="0" fontAlgn="base" hangingPunct="0">
              <a:spcBef>
                <a:spcPct val="0"/>
              </a:spcBef>
              <a:spcAft>
                <a:spcPct val="0"/>
              </a:spcAft>
              <a:defRPr lang="zh-CN" altLang="en-US" sz="2400" b="1" i="0" kern="120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vl2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2pPr>
            <a:lvl3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3pPr>
            <a:lvl4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4pPr>
            <a:lvl5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5pPr>
            <a:lvl6pPr marL="609600" algn="l" rtl="0" fontAlgn="base">
              <a:spcBef>
                <a:spcPct val="0"/>
              </a:spcBef>
              <a:spcAft>
                <a:spcPct val="0"/>
              </a:spcAft>
              <a:defRPr sz="3200" b="1">
                <a:solidFill>
                  <a:schemeClr val="tx1"/>
                </a:solidFill>
                <a:latin typeface="黑体" panose="02010609060101010101" charset="-122"/>
                <a:ea typeface="黑体" panose="02010609060101010101" charset="-122"/>
              </a:defRPr>
            </a:lvl6pPr>
            <a:lvl7pPr marL="1219200" algn="l" rtl="0" fontAlgn="base">
              <a:spcBef>
                <a:spcPct val="0"/>
              </a:spcBef>
              <a:spcAft>
                <a:spcPct val="0"/>
              </a:spcAft>
              <a:defRPr sz="3200" b="1">
                <a:solidFill>
                  <a:schemeClr val="tx1"/>
                </a:solidFill>
                <a:latin typeface="黑体" panose="02010609060101010101" charset="-122"/>
                <a:ea typeface="黑体" panose="02010609060101010101" charset="-122"/>
              </a:defRPr>
            </a:lvl7pPr>
            <a:lvl8pPr marL="1828800" algn="l" rtl="0" fontAlgn="base">
              <a:spcBef>
                <a:spcPct val="0"/>
              </a:spcBef>
              <a:spcAft>
                <a:spcPct val="0"/>
              </a:spcAft>
              <a:defRPr sz="3200" b="1">
                <a:solidFill>
                  <a:schemeClr val="tx1"/>
                </a:solidFill>
                <a:latin typeface="黑体" panose="02010609060101010101" charset="-122"/>
                <a:ea typeface="黑体" panose="02010609060101010101" charset="-122"/>
              </a:defRPr>
            </a:lvl8pPr>
            <a:lvl9pPr marL="2438400" algn="l" rtl="0" fontAlgn="base">
              <a:spcBef>
                <a:spcPct val="0"/>
              </a:spcBef>
              <a:spcAft>
                <a:spcPct val="0"/>
              </a:spcAft>
              <a:defRPr sz="3200" b="1">
                <a:solidFill>
                  <a:schemeClr val="tx1"/>
                </a:solidFill>
                <a:latin typeface="黑体" panose="02010609060101010101" charset="-122"/>
                <a:ea typeface="黑体" panose="02010609060101010101" charset="-122"/>
              </a:defRPr>
            </a:lvl9pPr>
          </a:lstStyle>
          <a:p>
            <a:r>
              <a:rPr kumimoji="1" lang="zh-CN" altLang="en-US" dirty="0"/>
              <a:t>作业</a:t>
            </a:r>
            <a:endParaRPr kumimoji="1" lang="zh-CN" altLang="en-US" dirty="0"/>
          </a:p>
        </p:txBody>
      </p:sp>
      <p:sp>
        <p:nvSpPr>
          <p:cNvPr id="4" name="文本占位符 3"/>
          <p:cNvSpPr>
            <a:spLocks noGrp="1"/>
          </p:cNvSpPr>
          <p:nvPr/>
        </p:nvSpPr>
        <p:spPr>
          <a:xfrm>
            <a:off x="884870" y="855626"/>
            <a:ext cx="10749599" cy="517190"/>
          </a:xfrm>
          <a:prstGeom prst="rect">
            <a:avLst/>
          </a:prstGeom>
        </p:spPr>
        <p:txBody>
          <a:bodyPr anchor="ctr" anchorCtr="0"/>
          <a:lstStyle>
            <a:lvl1pPr marL="0" indent="0" algn="l" rtl="0" eaLnBrk="0" fontAlgn="base" hangingPunct="0">
              <a:spcBef>
                <a:spcPct val="20000"/>
              </a:spcBef>
              <a:spcAft>
                <a:spcPct val="0"/>
              </a:spcAft>
              <a:buFont typeface="Arial" panose="020B0604020202020204" pitchFamily="34" charset="0"/>
              <a:buNone/>
              <a:defRPr lang="zh-CN" altLang="en-US" sz="1800" b="1"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charset="-122"/>
                <a:ea typeface="黑体" panose="02010609060101010101"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charset="-122"/>
                <a:ea typeface="黑体" panose="02010609060101010101"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endParaRPr kumimoji="1" lang="zh-CN" altLang="en-US" dirty="0">
              <a:solidFill>
                <a:srgbClr val="FF0000"/>
              </a:solidFill>
            </a:endParaRPr>
          </a:p>
        </p:txBody>
      </p:sp>
      <p:pic>
        <p:nvPicPr>
          <p:cNvPr id="8" name="图片 7"/>
          <p:cNvPicPr>
            <a:picLocks noChangeAspect="1"/>
          </p:cNvPicPr>
          <p:nvPr/>
        </p:nvPicPr>
        <p:blipFill>
          <a:blip r:embed="rId1"/>
          <a:stretch>
            <a:fillRect/>
          </a:stretch>
        </p:blipFill>
        <p:spPr>
          <a:xfrm>
            <a:off x="10712193" y="6784677"/>
            <a:ext cx="2131747" cy="432048"/>
          </a:xfrm>
          <a:prstGeom prst="rect">
            <a:avLst/>
          </a:prstGeom>
        </p:spPr>
      </p:pic>
      <p:sp>
        <p:nvSpPr>
          <p:cNvPr id="2" name="矩形 1"/>
          <p:cNvSpPr/>
          <p:nvPr/>
        </p:nvSpPr>
        <p:spPr>
          <a:xfrm>
            <a:off x="0" y="6856685"/>
            <a:ext cx="10712193" cy="375965"/>
          </a:xfrm>
          <a:prstGeom prst="rect">
            <a:avLst/>
          </a:prstGeom>
          <a:solidFill>
            <a:srgbClr val="066197"/>
          </a:solidFill>
          <a:ln>
            <a:solidFill>
              <a:srgbClr val="0661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0" y="6826660"/>
            <a:ext cx="8373591" cy="427681"/>
          </a:xfrm>
          <a:prstGeom prst="rect">
            <a:avLst/>
          </a:prstGeom>
          <a:noFill/>
        </p:spPr>
        <p:txBody>
          <a:bodyPr wrap="square" rtlCol="0">
            <a:spAutoFit/>
          </a:bodyPr>
          <a:lstStyle/>
          <a:p>
            <a:pPr>
              <a:lnSpc>
                <a:spcPts val="2900"/>
              </a:lnSpc>
            </a:pPr>
            <a:r>
              <a:rPr lang="zh-CN" altLang="en-US" b="1" dirty="0"/>
              <a:t>知识回顾 新课导入  目标及重难点  新授 总结与合作探究  </a:t>
            </a:r>
            <a:r>
              <a:rPr lang="zh-CN" altLang="en-US" sz="2000" b="1" dirty="0">
                <a:solidFill>
                  <a:schemeClr val="bg1"/>
                </a:solidFill>
              </a:rPr>
              <a:t>作业</a:t>
            </a:r>
            <a:r>
              <a:rPr lang="zh-CN" altLang="en-US" b="1" dirty="0"/>
              <a:t>  限时检测</a:t>
            </a:r>
            <a:endParaRPr lang="zh-CN" altLang="en-US" b="1" dirty="0"/>
          </a:p>
        </p:txBody>
      </p:sp>
      <p:sp>
        <p:nvSpPr>
          <p:cNvPr id="9" name="箭头: 上 8"/>
          <p:cNvSpPr/>
          <p:nvPr/>
        </p:nvSpPr>
        <p:spPr>
          <a:xfrm>
            <a:off x="5925319" y="6568653"/>
            <a:ext cx="216024" cy="288032"/>
          </a:xfrm>
          <a:prstGeom prst="up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FFC000"/>
                </a:solidFill>
              </a:ln>
              <a:solidFill>
                <a:srgbClr val="FFC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2000"/>
    </mc:Choice>
    <mc:Fallback>
      <p:transition spd="slow" advClick="0" advTm="20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nvSpPr>
        <p:spPr>
          <a:xfrm>
            <a:off x="710881" y="1646134"/>
            <a:ext cx="10749598" cy="4462058"/>
          </a:xfrm>
          <a:prstGeom prst="rect">
            <a:avLst/>
          </a:prstGeom>
        </p:spPr>
        <p:txBody>
          <a:bodyPr/>
          <a:lstStyle>
            <a:lvl1pPr marL="360045"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l"/>
              <a:defRPr lang="en-US" altLang="zh-CN"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gn="l" rtl="0" eaLnBrk="0" fontAlgn="base" hangingPunct="0">
              <a:lnSpc>
                <a:spcPct val="150000"/>
              </a:lnSpc>
              <a:spcBef>
                <a:spcPct val="20000"/>
              </a:spcBef>
              <a:spcAft>
                <a:spcPct val="0"/>
              </a:spcAft>
              <a:buFont typeface="Wingdings" panose="05000000000000000000" pitchFamily="2" charset="2"/>
              <a:buChar char="l"/>
              <a:defRPr lang="en-US" altLang="zh-CN" sz="1400" b="0" i="0" kern="1200" dirty="0">
                <a:solidFill>
                  <a:schemeClr val="tx1"/>
                </a:solidFill>
                <a:latin typeface="Alibaba PuHuiTi R" pitchFamily="18" charset="-122"/>
                <a:ea typeface="Alibaba PuHuiTi R" pitchFamily="18" charset="-122"/>
                <a:cs typeface="Alibaba PuHuiTi R" pitchFamily="18" charset="-122"/>
              </a:defRPr>
            </a:lvl2pPr>
            <a:lvl3pPr marL="1079500" indent="-358775" algn="l" rtl="0" eaLnBrk="0" fontAlgn="base" hangingPunct="0">
              <a:lnSpc>
                <a:spcPct val="150000"/>
              </a:lnSpc>
              <a:spcBef>
                <a:spcPct val="20000"/>
              </a:spcBef>
              <a:spcAft>
                <a:spcPct val="0"/>
              </a:spcAft>
              <a:buFont typeface="Arial" panose="020B0604020202020204" pitchFamily="34" charset="0"/>
              <a:buChar char="•"/>
              <a:defRPr lang="zh-CN" altLang="en-US" sz="1400" b="0" i="0" kern="1200" dirty="0">
                <a:solidFill>
                  <a:schemeClr val="tx1"/>
                </a:solidFill>
                <a:latin typeface="黑体" panose="02010609060101010101" charset="-122"/>
                <a:ea typeface="黑体" panose="02010609060101010101"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endParaRPr lang="en-US" altLang="zh-CN" dirty="0"/>
          </a:p>
        </p:txBody>
      </p:sp>
      <p:sp>
        <p:nvSpPr>
          <p:cNvPr id="3" name="标题 2"/>
          <p:cNvSpPr>
            <a:spLocks noGrp="1"/>
          </p:cNvSpPr>
          <p:nvPr/>
        </p:nvSpPr>
        <p:spPr>
          <a:xfrm>
            <a:off x="883823" y="201777"/>
            <a:ext cx="8771021" cy="517190"/>
          </a:xfrm>
          <a:prstGeom prst="rect">
            <a:avLst/>
          </a:prstGeom>
        </p:spPr>
        <p:txBody>
          <a:bodyPr anchor="ctr" anchorCtr="0"/>
          <a:lstStyle>
            <a:lvl1pPr algn="l" rtl="0" eaLnBrk="0" fontAlgn="base" hangingPunct="0">
              <a:spcBef>
                <a:spcPct val="0"/>
              </a:spcBef>
              <a:spcAft>
                <a:spcPct val="0"/>
              </a:spcAft>
              <a:defRPr lang="zh-CN" altLang="en-US" sz="2400" b="1" i="0" kern="120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vl2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2pPr>
            <a:lvl3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3pPr>
            <a:lvl4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4pPr>
            <a:lvl5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5pPr>
            <a:lvl6pPr marL="609600" algn="l" rtl="0" fontAlgn="base">
              <a:spcBef>
                <a:spcPct val="0"/>
              </a:spcBef>
              <a:spcAft>
                <a:spcPct val="0"/>
              </a:spcAft>
              <a:defRPr sz="3200" b="1">
                <a:solidFill>
                  <a:schemeClr val="tx1"/>
                </a:solidFill>
                <a:latin typeface="黑体" panose="02010609060101010101" charset="-122"/>
                <a:ea typeface="黑体" panose="02010609060101010101" charset="-122"/>
              </a:defRPr>
            </a:lvl6pPr>
            <a:lvl7pPr marL="1219200" algn="l" rtl="0" fontAlgn="base">
              <a:spcBef>
                <a:spcPct val="0"/>
              </a:spcBef>
              <a:spcAft>
                <a:spcPct val="0"/>
              </a:spcAft>
              <a:defRPr sz="3200" b="1">
                <a:solidFill>
                  <a:schemeClr val="tx1"/>
                </a:solidFill>
                <a:latin typeface="黑体" panose="02010609060101010101" charset="-122"/>
                <a:ea typeface="黑体" panose="02010609060101010101" charset="-122"/>
              </a:defRPr>
            </a:lvl7pPr>
            <a:lvl8pPr marL="1828800" algn="l" rtl="0" fontAlgn="base">
              <a:spcBef>
                <a:spcPct val="0"/>
              </a:spcBef>
              <a:spcAft>
                <a:spcPct val="0"/>
              </a:spcAft>
              <a:defRPr sz="3200" b="1">
                <a:solidFill>
                  <a:schemeClr val="tx1"/>
                </a:solidFill>
                <a:latin typeface="黑体" panose="02010609060101010101" charset="-122"/>
                <a:ea typeface="黑体" panose="02010609060101010101" charset="-122"/>
              </a:defRPr>
            </a:lvl8pPr>
            <a:lvl9pPr marL="2438400" algn="l" rtl="0" fontAlgn="base">
              <a:spcBef>
                <a:spcPct val="0"/>
              </a:spcBef>
              <a:spcAft>
                <a:spcPct val="0"/>
              </a:spcAft>
              <a:defRPr sz="3200" b="1">
                <a:solidFill>
                  <a:schemeClr val="tx1"/>
                </a:solidFill>
                <a:latin typeface="黑体" panose="02010609060101010101" charset="-122"/>
                <a:ea typeface="黑体" panose="02010609060101010101" charset="-122"/>
              </a:defRPr>
            </a:lvl9pPr>
          </a:lstStyle>
          <a:p>
            <a:r>
              <a:rPr kumimoji="1" lang="zh-CN" altLang="en-US" dirty="0"/>
              <a:t>限时检测</a:t>
            </a:r>
            <a:endParaRPr kumimoji="1" lang="zh-CN" altLang="en-US" dirty="0"/>
          </a:p>
        </p:txBody>
      </p:sp>
      <p:sp>
        <p:nvSpPr>
          <p:cNvPr id="4" name="文本占位符 3"/>
          <p:cNvSpPr>
            <a:spLocks noGrp="1"/>
          </p:cNvSpPr>
          <p:nvPr/>
        </p:nvSpPr>
        <p:spPr>
          <a:xfrm>
            <a:off x="884869" y="855626"/>
            <a:ext cx="10749599" cy="517190"/>
          </a:xfrm>
          <a:prstGeom prst="rect">
            <a:avLst/>
          </a:prstGeom>
        </p:spPr>
        <p:txBody>
          <a:bodyPr anchor="ctr" anchorCtr="0"/>
          <a:lstStyle>
            <a:lvl1pPr marL="0" indent="0" algn="l" rtl="0" eaLnBrk="0" fontAlgn="base" hangingPunct="0">
              <a:spcBef>
                <a:spcPct val="20000"/>
              </a:spcBef>
              <a:spcAft>
                <a:spcPct val="0"/>
              </a:spcAft>
              <a:buFont typeface="Arial" panose="020B0604020202020204" pitchFamily="34" charset="0"/>
              <a:buNone/>
              <a:defRPr lang="zh-CN" altLang="en-US" sz="1800" b="1"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charset="-122"/>
                <a:ea typeface="黑体" panose="02010609060101010101"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charset="-122"/>
                <a:ea typeface="黑体" panose="02010609060101010101"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endParaRPr kumimoji="1" lang="zh-CN" altLang="en-US" dirty="0">
              <a:solidFill>
                <a:srgbClr val="FF0000"/>
              </a:solidFill>
            </a:endParaRPr>
          </a:p>
        </p:txBody>
      </p:sp>
      <p:pic>
        <p:nvPicPr>
          <p:cNvPr id="8" name="图片 7"/>
          <p:cNvPicPr>
            <a:picLocks noChangeAspect="1"/>
          </p:cNvPicPr>
          <p:nvPr/>
        </p:nvPicPr>
        <p:blipFill>
          <a:blip r:embed="rId1"/>
          <a:stretch>
            <a:fillRect/>
          </a:stretch>
        </p:blipFill>
        <p:spPr>
          <a:xfrm>
            <a:off x="10712193" y="6784677"/>
            <a:ext cx="2131747" cy="432048"/>
          </a:xfrm>
          <a:prstGeom prst="rect">
            <a:avLst/>
          </a:prstGeom>
        </p:spPr>
      </p:pic>
      <p:sp>
        <p:nvSpPr>
          <p:cNvPr id="9" name="矩形 8"/>
          <p:cNvSpPr/>
          <p:nvPr/>
        </p:nvSpPr>
        <p:spPr>
          <a:xfrm>
            <a:off x="0" y="6856685"/>
            <a:ext cx="10712193" cy="375965"/>
          </a:xfrm>
          <a:prstGeom prst="rect">
            <a:avLst/>
          </a:prstGeom>
          <a:solidFill>
            <a:srgbClr val="066197"/>
          </a:solidFill>
          <a:ln>
            <a:solidFill>
              <a:srgbClr val="0661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0" y="6826660"/>
            <a:ext cx="8373591" cy="433965"/>
          </a:xfrm>
          <a:prstGeom prst="rect">
            <a:avLst/>
          </a:prstGeom>
          <a:noFill/>
        </p:spPr>
        <p:txBody>
          <a:bodyPr wrap="square" rtlCol="0">
            <a:spAutoFit/>
          </a:bodyPr>
          <a:lstStyle/>
          <a:p>
            <a:pPr>
              <a:lnSpc>
                <a:spcPts val="2900"/>
              </a:lnSpc>
            </a:pPr>
            <a:r>
              <a:rPr lang="zh-CN" altLang="en-US" b="1" dirty="0"/>
              <a:t>知识回顾 新课导入  目标及重难点  新授 总结与合作探究  作业  </a:t>
            </a:r>
            <a:r>
              <a:rPr lang="zh-CN" altLang="en-US" sz="2000" b="1" dirty="0">
                <a:solidFill>
                  <a:srgbClr val="FFFFFF"/>
                </a:solidFill>
              </a:rPr>
              <a:t>限时检测</a:t>
            </a:r>
            <a:endParaRPr lang="zh-CN" altLang="en-US" sz="2000" b="1" dirty="0">
              <a:solidFill>
                <a:srgbClr val="FFFFFF"/>
              </a:solidFill>
            </a:endParaRPr>
          </a:p>
        </p:txBody>
      </p:sp>
      <p:sp>
        <p:nvSpPr>
          <p:cNvPr id="2" name="箭头: 上 1"/>
          <p:cNvSpPr/>
          <p:nvPr/>
        </p:nvSpPr>
        <p:spPr>
          <a:xfrm>
            <a:off x="6717407" y="6568653"/>
            <a:ext cx="216024" cy="288032"/>
          </a:xfrm>
          <a:prstGeom prst="up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FFC000"/>
                </a:solidFill>
              </a:ln>
              <a:solidFill>
                <a:srgbClr val="FFC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2000"/>
    </mc:Choice>
    <mc:Fallback>
      <p:transition spd="slow" advClick="0" advTm="2000"/>
    </mc:Fallback>
  </mc:AlternateContent>
</p:sld>
</file>

<file path=ppt/tags/tag1.xml><?xml version="1.0" encoding="utf-8"?>
<p:tagLst xmlns:p="http://schemas.openxmlformats.org/presentationml/2006/main">
  <p:tag name="ISPRING_ULTRA_SCORM_COURSE_ID" val="9E7965BD-BA7C-4284-B303-3DF26FF20985"/>
  <p:tag name="ISPRING_SCORM_RATE_SLIDES" val="1"/>
  <p:tag name="ISPRINGONLINEFOLDERID" val="0"/>
  <p:tag name="ISPRINGONLINEFOLDERPATH" val="Content List"/>
  <p:tag name="ISPRINGCLOUDFOLDERID" val="0"/>
  <p:tag name="ISPRINGCLOUDFOLDERPATH" val="Repository"/>
  <p:tag name="ISPRING_PLAYERS_CUSTOMIZATION" val="UEsDBBQAAgAIAEOUV0cNwDEewAEAANoDAAAPAAAAbm9uZS9wbGF5ZXIueG1spZJPb9QwEMXPW6nfIfK9dpYKUa0cekDKiaJKC4jbyptME1PHDp4Ju/vtmfzZpFuQQOKQaPIy72fPs/X9sXHJT4hog8/EWqYiAV+E0voqE18+5zd34v799ZVunTlBTGyZCR88iKQELKJtiX2PhupMvBAkQ0XCL4+bI9pM1ETtRqnD4SAPtzLESr1J07X69vBxW9TQmBvrkYwvmLvs5VYkbbQhWjpl4l0qrq9WA/ICZ5F7fIXBdf3KKIvQqDYCgieIatz2bN3Q3838NMErOrWAgkdfDbPvTfH8EMrOAfbaSo9tWyDqCYO20rSx6zufYCwyMTbsGkA0FaB0vhJq9Ko/mPWTM1hPHLzA9ty22zuLNYsjfejeLerubBmyVxNHXYJ0M0wwnGLeOZeDoS5CKZIIPzrLVd5jv85HkK7FuJzn7h0+Wy/xULDGVW4KCvH0gR18JFOUco5ejtHLwdTbh+ITF49TnNsFMgezhKBratzbf86j7/6fOEp4Mp0jcV7B+hKOueW/BA2PQsAz9pqk1sl+tTOVd9ftmxdX40Iadzdl8R1FQiZWwNewNGTUos8w9Zqm1fg5JTTHotXv91JPRC5/AVBLAQIAABQAAgAIAEOUV0cNwDEewAEAANoDAAAPAAAAAAAAAAEAAAAAAAAAAABub25lL3BsYXllci54bWxQSwUGAAAAAAEAAQA9AAAA7QEAAAAA"/>
  <p:tag name="ISPRING_OUTPUT_FOLDER" val="C:\Users\Administrator\Desktop"/>
  <p:tag name="ISPRING_UUID" val="{C1A8F295-47DC-48FB-81BD-666766343352}"/>
  <p:tag name="ISPRING_RESOURCE_FOLDER" val="E:\素材\正版图-卖\PPT\0变色龙\0包图网\bt369\ppt\bt369\"/>
  <p:tag name="ISPRING_PRESENTATION_PATH" val="E:\素材\正版图-卖\PPT\0变色龙\0包图网\bt369\ppt\bt369.pptx"/>
  <p:tag name="ISPRING_PROJECT_FOLDER_UPDATED" val="1"/>
  <p:tag name="ISPRING_SCREEN_RECS_UPDATED" val="E:\素材\正版图-卖\PPT\0变色龙\0包图网\bt369\ppt\bt369"/>
  <p:tag name="ISPRING_SCORM_ENDPOINT" val="&lt;endpoint&gt;&lt;enable&gt;0&lt;/enable&gt;&lt;lrs&gt;http://&lt;/lrs&gt;&lt;auth&gt;0&lt;/auth&gt;&lt;login&gt;&lt;/login&gt;&lt;password&gt;&lt;/password&gt;&lt;key&gt;&lt;/key&gt;&lt;name&gt;&lt;/name&gt;&lt;email&gt;&lt;/email&gt;&lt;/endpoint&gt;&#10;"/>
  <p:tag name="ISPRING_PRESENTATION_TITLE" val="bt730"/>
</p:tagLst>
</file>

<file path=ppt/theme/theme1.xml><?xml version="1.0" encoding="utf-8"?>
<a:theme xmlns:a="http://schemas.openxmlformats.org/drawingml/2006/main" name="Office Theme">
  <a:themeElements>
    <a:clrScheme name="自定义 447">
      <a:dk1>
        <a:sysClr val="windowText" lastClr="000000"/>
      </a:dk1>
      <a:lt1>
        <a:sysClr val="window" lastClr="FFFFFF"/>
      </a:lt1>
      <a:dk2>
        <a:srgbClr val="006E67"/>
      </a:dk2>
      <a:lt2>
        <a:srgbClr val="E7E6E6"/>
      </a:lt2>
      <a:accent1>
        <a:srgbClr val="006E67"/>
      </a:accent1>
      <a:accent2>
        <a:srgbClr val="A5A5A5"/>
      </a:accent2>
      <a:accent3>
        <a:srgbClr val="006E67"/>
      </a:accent3>
      <a:accent4>
        <a:srgbClr val="A5A5A5"/>
      </a:accent4>
      <a:accent5>
        <a:srgbClr val="006E67"/>
      </a:accent5>
      <a:accent6>
        <a:srgbClr val="A5A5A5"/>
      </a:accent6>
      <a:hlink>
        <a:srgbClr val="006E67"/>
      </a:hlink>
      <a:folHlink>
        <a:srgbClr val="A5A5A5"/>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617</Words>
  <Application>WPS 演示</Application>
  <PresentationFormat>自定义</PresentationFormat>
  <Paragraphs>57</Paragraphs>
  <Slides>8</Slides>
  <Notes>12</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8</vt:i4>
      </vt:variant>
    </vt:vector>
  </HeadingPairs>
  <TitlesOfParts>
    <vt:vector size="22" baseType="lpstr">
      <vt:lpstr>Arial</vt:lpstr>
      <vt:lpstr>宋体</vt:lpstr>
      <vt:lpstr>Wingdings</vt:lpstr>
      <vt:lpstr>Calibri</vt:lpstr>
      <vt:lpstr>印品黑体</vt:lpstr>
      <vt:lpstr>黑体</vt:lpstr>
      <vt:lpstr>微软雅黑</vt:lpstr>
      <vt:lpstr>字魂73号-江南手书</vt:lpstr>
      <vt:lpstr>Alibaba PuHuiTi R</vt:lpstr>
      <vt:lpstr>Alibaba PuHuiTi B</vt:lpstr>
      <vt:lpstr>阿里巴巴普惠体</vt:lpstr>
      <vt:lpstr>Times New Roman</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bt730</dc:title>
  <dc:creator/>
  <cp:lastModifiedBy>葛以伟</cp:lastModifiedBy>
  <cp:revision>1013</cp:revision>
  <dcterms:created xsi:type="dcterms:W3CDTF">2017-01-08T15:59:00Z</dcterms:created>
  <dcterms:modified xsi:type="dcterms:W3CDTF">2025-04-20T14:20:17Z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2052-12.1.0.20784</vt:lpwstr>
  </property>
  <property fmtid="{D5CDD505-2E9C-101B-9397-08002B2CF9AE}" pid="3" name="ICV">
    <vt:lpwstr>FCA88555D3D44735BAA1F56722F3B997</vt:lpwstr>
  </property>
</Properties>
</file>